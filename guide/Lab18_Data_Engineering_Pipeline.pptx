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4.svg" ContentType="image/svg+xml"/>
  <Override PartName="/ppt/media/image6.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9" r:id="rId4"/>
  </p:sldMasterIdLst>
  <p:notesMasterIdLst>
    <p:notesMasterId r:id="rId15"/>
  </p:notesMasterIdLst>
  <p:handoutMasterIdLst>
    <p:handoutMasterId r:id="rId16"/>
  </p:handoutMasterIdLst>
  <p:sldIdLst>
    <p:sldId id="256" r:id="rId14"/>
    <p:sldId id="257" r:id="rId13"/>
    <p:sldId id="258" r:id="rId12"/>
    <p:sldId id="259" r:id="rId11"/>
    <p:sldId id="260" r:id="rId10"/>
    <p:sldId id="261" r:id="rId9"/>
    <p:sldId id="262" r:id="rId8"/>
    <p:sldId id="263" r:id="rId7"/>
    <p:sldId id="264" r:id="rId6"/>
    <p:sldId id="265" r:id="rId5"/>
  </p:sldIdLst>
  <p:sldSz cx="12192000" cy="6858000"/>
  <p:notesSz cx="6858000" cy="9144000"/>
  <p:embeddedFontLst>
    <p:embeddedFont>
      <p:font typeface="HPE Graphik" pitchFamily="2" charset="77"/>
      <p:regular r:id="rId17"/>
      <p:bold r:id="rId18"/>
      <p:italic r:id="rId19"/>
      <p:boldItalic r:id="rId20"/>
    </p:embeddedFont>
    <p:embeddedFont>
      <p:font typeface="HPE Graphik Light" pitchFamily="2" charset="77"/>
      <p:regular r:id="rId21"/>
      <p:italic r:id="rId22"/>
    </p:embeddedFont>
    <p:embeddedFont>
      <p:font typeface="HPE Graphik Semibold" pitchFamily="2" charset="77"/>
      <p:regular r:id="rId23"/>
      <p:bold r:id="rId24"/>
      <p:italic r:id="rId25"/>
      <p:boldItalic r:id="rId26"/>
    </p:embeddedFont>
  </p:embeddedFontLst>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PE | Intel Light Template" id="{70A867A0-3EA7-43C6-9CD5-4C85B88C650D}">
          <p14:sldIdLst>
            <p14:sldId id="256"/>
            <p14:sldId id="261"/>
            <p14:sldId id="260"/>
            <p14:sldId id="257"/>
            <p14:sldId id="258"/>
            <p14:sldId id="259"/>
          </p14:sldIdLst>
        </p14:section>
        <p14:section name="Legal Guidelines" id="{DDA7053A-566B-4FE7-9E0E-C8C5E5E8E1C1}">
          <p14:sldIdLst>
            <p14:sldId id="517"/>
            <p14:sldId id="518"/>
            <p14:sldId id="519"/>
            <p14:sldId id="52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0725"/>
    <a:srgbClr val="292D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0" autoAdjust="0"/>
    <p:restoredTop sz="85028" autoAdjust="0"/>
  </p:normalViewPr>
  <p:slideViewPr>
    <p:cSldViewPr snapToGrid="0">
      <p:cViewPr varScale="1">
        <p:scale>
          <a:sx n="123" d="100"/>
          <a:sy n="123" d="100"/>
        </p:scale>
        <p:origin x="600"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20" d="100"/>
          <a:sy n="120" d="100"/>
        </p:scale>
        <p:origin x="4000" y="92"/>
      </p:cViewPr>
      <p:guideLst/>
    </p:cSldViewPr>
  </p:notesViewPr>
  <p:gridSpacing cx="45720" cy="4572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0.xml"/><Relationship Id="rId6" Type="http://schemas.openxmlformats.org/officeDocument/2006/relationships/slide" Target="slides/slide9.xml"/><Relationship Id="rId7" Type="http://schemas.openxmlformats.org/officeDocument/2006/relationships/slide" Target="slides/slide8.xml"/><Relationship Id="rId8" Type="http://schemas.openxmlformats.org/officeDocument/2006/relationships/slide" Target="slides/slide7.xml"/><Relationship Id="rId9"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slide" Target="slides/slide2.xml"/><Relationship Id="rId14" Type="http://schemas.openxmlformats.org/officeDocument/2006/relationships/slide" Target="slides/slide1.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 Id="rId25" Type="http://schemas.openxmlformats.org/officeDocument/2006/relationships/font" Target="fonts/font9.fntdata"/><Relationship Id="rId26" Type="http://schemas.openxmlformats.org/officeDocument/2006/relationships/font" Target="fonts/font10.fnt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E70EE-ABFF-7898-FF38-C1C649A57D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1C85076-C132-D0C4-F7C0-50C617DBDC8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a:extLst>
              <a:ext uri="{FF2B5EF4-FFF2-40B4-BE49-F238E27FC236}">
                <a16:creationId xmlns:a16="http://schemas.microsoft.com/office/drawing/2014/main" id="{CF3AD1A2-D870-8962-7D87-AA387B26B10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F4050CF-DD4A-BEFB-2AF1-F594C68CF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F75F8EC-3703-4D6A-8276-E9F606B6AE4D}" type="slidenum">
              <a:rPr lang="en-US" smtClean="0"/>
              <a:t>‹#›</a:t>
            </a:fld>
            <a:endParaRPr lang="en-US"/>
          </a:p>
        </p:txBody>
      </p:sp>
    </p:spTree>
    <p:extLst>
      <p:ext uri="{BB962C8B-B14F-4D97-AF65-F5344CB8AC3E}">
        <p14:creationId xmlns:p14="http://schemas.microsoft.com/office/powerpoint/2010/main" val="2204500153"/>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74649" y="143510"/>
            <a:ext cx="6101079" cy="227330"/>
          </a:xfrm>
          <a:prstGeom prst="rect">
            <a:avLst/>
          </a:prstGeom>
        </p:spPr>
        <p:txBody>
          <a:bodyPr vert="horz" lIns="91440" tIns="45720" rIns="91440" bIns="45720" rtlCol="0"/>
          <a:lstStyle>
            <a:lvl1pPr algn="l">
              <a:defRPr sz="1050"/>
            </a:lvl1pPr>
          </a:lstStyle>
          <a:p>
            <a:endParaRPr lang="en-PL" dirty="0"/>
          </a:p>
        </p:txBody>
      </p:sp>
      <p:sp>
        <p:nvSpPr>
          <p:cNvPr id="4" name="Slide Image Placeholder 3"/>
          <p:cNvSpPr>
            <a:spLocks noGrp="1" noRot="1" noChangeAspect="1"/>
          </p:cNvSpPr>
          <p:nvPr>
            <p:ph type="sldImg" idx="2"/>
          </p:nvPr>
        </p:nvSpPr>
        <p:spPr>
          <a:xfrm>
            <a:off x="374650" y="504190"/>
            <a:ext cx="6101078" cy="3431856"/>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374650" y="4069396"/>
            <a:ext cx="6101080" cy="4440620"/>
          </a:xfrm>
          <a:prstGeom prst="rect">
            <a:avLst/>
          </a:prstGeom>
        </p:spPr>
        <p:txBody>
          <a:bodyPr vert="horz" lIns="91440" tIns="45720" rIns="91440" bIns="45720" rtlCol="0"/>
          <a:lstStyle/>
          <a:p>
            <a:pPr lvl="0"/>
            <a:r>
              <a:rPr lang="en-GB" dirty="0"/>
              <a:t>Click to </a:t>
            </a:r>
            <a:r>
              <a:rPr lang="pl-PL" dirty="0"/>
              <a:t>add text</a:t>
            </a:r>
            <a:endParaRPr lang="en-PL" dirty="0"/>
          </a:p>
        </p:txBody>
      </p:sp>
      <p:sp>
        <p:nvSpPr>
          <p:cNvPr id="6" name="Footer Placeholder 5"/>
          <p:cNvSpPr>
            <a:spLocks noGrp="1"/>
          </p:cNvSpPr>
          <p:nvPr>
            <p:ph type="ftr" sz="quarter" idx="4"/>
          </p:nvPr>
        </p:nvSpPr>
        <p:spPr>
          <a:xfrm>
            <a:off x="374650" y="8747760"/>
            <a:ext cx="4878070" cy="227330"/>
          </a:xfrm>
          <a:prstGeom prst="rect">
            <a:avLst/>
          </a:prstGeom>
        </p:spPr>
        <p:txBody>
          <a:bodyPr vert="horz" lIns="91440" tIns="45720" rIns="91440" bIns="45720" rtlCol="0" anchor="b"/>
          <a:lstStyle>
            <a:lvl1pPr algn="l">
              <a:defRPr sz="1050"/>
            </a:lvl1pPr>
          </a:lstStyle>
          <a:p>
            <a:endParaRPr lang="en-PL"/>
          </a:p>
        </p:txBody>
      </p:sp>
      <p:sp>
        <p:nvSpPr>
          <p:cNvPr id="7" name="Slide Number Placeholder 6"/>
          <p:cNvSpPr>
            <a:spLocks noGrp="1"/>
          </p:cNvSpPr>
          <p:nvPr>
            <p:ph type="sldNum" sz="quarter" idx="5"/>
          </p:nvPr>
        </p:nvSpPr>
        <p:spPr>
          <a:xfrm>
            <a:off x="5867400" y="8747760"/>
            <a:ext cx="608330" cy="227330"/>
          </a:xfrm>
          <a:prstGeom prst="rect">
            <a:avLst/>
          </a:prstGeom>
        </p:spPr>
        <p:txBody>
          <a:bodyPr vert="horz" lIns="91440" tIns="45720" rIns="91440" bIns="45720" rtlCol="0" anchor="b"/>
          <a:lstStyle>
            <a:lvl1pPr algn="r">
              <a:defRPr sz="1050"/>
            </a:lvl1pPr>
          </a:lstStyle>
          <a:p>
            <a:fld id="{20276FB5-B755-FF41-948A-F83E9AA573A8}" type="slidenum">
              <a:rPr lang="en-PL" smtClean="0"/>
              <a:pPr/>
              <a:t>‹#›</a:t>
            </a:fld>
            <a:endParaRPr lang="en-PL"/>
          </a:p>
        </p:txBody>
      </p:sp>
    </p:spTree>
    <p:extLst>
      <p:ext uri="{BB962C8B-B14F-4D97-AF65-F5344CB8AC3E}">
        <p14:creationId xmlns:p14="http://schemas.microsoft.com/office/powerpoint/2010/main" val="734060066"/>
      </p:ext>
    </p:extLst>
  </p:cSld>
  <p:clrMap bg1="lt1" tx1="dk1" bg2="lt2" tx2="dk2" accent1="accent1" accent2="accent2" accent3="accent3" accent4="accent4" accent5="accent5" accent6="accent6" hlink="hlink" folHlink="folHlink"/>
  <p:hf dt="0"/>
  <p:notesStyle>
    <a:lvl1pPr marL="0" algn="l" defTabSz="914400" rtl="0" eaLnBrk="1" latinLnBrk="0" hangingPunct="1">
      <a:lnSpc>
        <a:spcPct val="90000"/>
      </a:lnSpc>
      <a:spcAft>
        <a:spcPts val="400"/>
      </a:spcAft>
      <a:defRPr sz="1050" kern="1200">
        <a:solidFill>
          <a:schemeClr val="tx1"/>
        </a:solidFill>
        <a:latin typeface="+mn-lt"/>
        <a:ea typeface="+mn-ea"/>
        <a:cs typeface="+mn-cs"/>
      </a:defRPr>
    </a:lvl1pPr>
    <a:lvl2pPr marL="180000" indent="-180000" algn="l" defTabSz="914400" rtl="0" eaLnBrk="1" latinLnBrk="0" hangingPunct="1">
      <a:lnSpc>
        <a:spcPct val="90000"/>
      </a:lnSpc>
      <a:spcAft>
        <a:spcPts val="400"/>
      </a:spcAft>
      <a:buFont typeface="Arial" panose="020B0604020202020204" pitchFamily="34" charset="0"/>
      <a:buChar char="•"/>
      <a:defRPr sz="1000" kern="1200">
        <a:solidFill>
          <a:schemeClr val="tx1"/>
        </a:solidFill>
        <a:latin typeface="+mn-lt"/>
        <a:ea typeface="+mn-ea"/>
        <a:cs typeface="+mn-cs"/>
      </a:defRPr>
    </a:lvl2pPr>
    <a:lvl3pPr marL="360000" indent="-180000" algn="l" defTabSz="914400" rtl="0" eaLnBrk="1" latinLnBrk="0" hangingPunct="1">
      <a:lnSpc>
        <a:spcPct val="90000"/>
      </a:lnSpc>
      <a:spcAft>
        <a:spcPts val="400"/>
      </a:spcAft>
      <a:buFont typeface="HPE Graphik" pitchFamily="50" charset="0"/>
      <a:buChar char="—"/>
      <a:defRPr sz="900" kern="1200">
        <a:solidFill>
          <a:schemeClr val="tx1"/>
        </a:solidFill>
        <a:latin typeface="+mn-lt"/>
        <a:ea typeface="+mn-ea"/>
        <a:cs typeface="+mn-cs"/>
      </a:defRPr>
    </a:lvl3pPr>
    <a:lvl4pPr marL="540000" indent="-180000" algn="l" defTabSz="914400" rtl="0" eaLnBrk="1" latinLnBrk="0" hangingPunct="1">
      <a:lnSpc>
        <a:spcPct val="90000"/>
      </a:lnSpc>
      <a:spcAft>
        <a:spcPts val="400"/>
      </a:spcAft>
      <a:buFont typeface="HPE Graphik" pitchFamily="50" charset="0"/>
      <a:buChar char="—"/>
      <a:defRPr sz="900" kern="1200">
        <a:solidFill>
          <a:schemeClr val="tx1"/>
        </a:solidFill>
        <a:latin typeface="+mn-lt"/>
        <a:ea typeface="+mn-ea"/>
        <a:cs typeface="+mn-cs"/>
      </a:defRPr>
    </a:lvl4pPr>
    <a:lvl5pPr marL="720000" indent="-180000" algn="l" defTabSz="914400" rtl="0" eaLnBrk="1" latinLnBrk="0" hangingPunct="1">
      <a:lnSpc>
        <a:spcPct val="90000"/>
      </a:lnSpc>
      <a:spcAft>
        <a:spcPts val="400"/>
      </a:spcAft>
      <a:buFont typeface="Arial" panose="020B0604020202020204" pitchFamily="34" charset="0"/>
      <a:buChar char="•"/>
      <a:defRPr sz="9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1.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1.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3.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3.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5.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27.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29.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8.png"/><Relationship Id="rId4" Type="http://schemas.openxmlformats.org/officeDocument/2006/relationships/image" Target="../media/image9.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27.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Lockup)">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pic>
        <p:nvPicPr>
          <p:cNvPr id="8" name="Logo Lockup 1">
            <a:extLst>
              <a:ext uri="{FF2B5EF4-FFF2-40B4-BE49-F238E27FC236}">
                <a16:creationId xmlns:a16="http://schemas.microsoft.com/office/drawing/2014/main" id="{94A7E2BC-A457-8ED8-33BA-A5AC25DA1F7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66964" y="239420"/>
            <a:ext cx="3462086" cy="584227"/>
          </a:xfrm>
          <a:prstGeom prst="rect">
            <a:avLst/>
          </a:prstGeom>
        </p:spPr>
      </p:pic>
      <p:sp>
        <p:nvSpPr>
          <p:cNvPr id="9" name="Title 2">
            <a:extLst>
              <a:ext uri="{FF2B5EF4-FFF2-40B4-BE49-F238E27FC236}">
                <a16:creationId xmlns:a16="http://schemas.microsoft.com/office/drawing/2014/main" id="{6702D808-AF03-DEF9-0314-E4335A543C08}"/>
              </a:ext>
            </a:extLst>
          </p:cNvPr>
          <p:cNvSpPr>
            <a:spLocks noGrp="1"/>
          </p:cNvSpPr>
          <p:nvPr>
            <p:ph type="ctrTitle" hasCustomPrompt="1"/>
          </p:nvPr>
        </p:nvSpPr>
        <p:spPr>
          <a:xfrm>
            <a:off x="374903" y="1813791"/>
            <a:ext cx="10012359" cy="1577109"/>
          </a:xfrm>
        </p:spPr>
        <p:txBody>
          <a:bodyPr lIns="0" tIns="46990" rIns="0" bIns="46990" anchor="b"/>
          <a:lstStyle>
            <a:lvl1pPr algn="l">
              <a:lnSpc>
                <a:spcPct val="90000"/>
              </a:lnSpc>
              <a:defRPr sz="4800">
                <a:solidFill>
                  <a:schemeClr val="tx1"/>
                </a:solidFill>
              </a:defRPr>
            </a:lvl1pPr>
          </a:lstStyle>
          <a:p>
            <a:r>
              <a:rPr lang="en-US" dirty="0"/>
              <a:t>Cover </a:t>
            </a:r>
            <a:r>
              <a:rPr lang="pl-PL" dirty="0"/>
              <a:t>1</a:t>
            </a:r>
            <a:endParaRPr lang="en-US" dirty="0"/>
          </a:p>
        </p:txBody>
      </p:sp>
      <p:sp>
        <p:nvSpPr>
          <p:cNvPr id="6" name="Subtitle 3">
            <a:extLst>
              <a:ext uri="{FF2B5EF4-FFF2-40B4-BE49-F238E27FC236}">
                <a16:creationId xmlns:a16="http://schemas.microsoft.com/office/drawing/2014/main" id="{DEE9B376-05EC-3588-37E2-05C039D1F60D}"/>
              </a:ext>
            </a:extLst>
          </p:cNvPr>
          <p:cNvSpPr>
            <a:spLocks noGrp="1"/>
          </p:cNvSpPr>
          <p:nvPr>
            <p:ph type="subTitle" idx="1" hasCustomPrompt="1"/>
          </p:nvPr>
        </p:nvSpPr>
        <p:spPr>
          <a:xfrm>
            <a:off x="374903" y="3424765"/>
            <a:ext cx="10012359" cy="415635"/>
          </a:xfrm>
          <a:prstGeom prst="rect">
            <a:avLst/>
          </a:prstGeom>
        </p:spPr>
        <p:txBody>
          <a:bodyPr/>
          <a:lstStyle>
            <a:lvl1pPr marL="0" indent="0" algn="l">
              <a:spcBef>
                <a:spcPts val="0"/>
              </a:spcBef>
              <a:buNone/>
              <a:defRPr sz="2000" b="0" i="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7" name="Text Placeholder 4">
            <a:extLst>
              <a:ext uri="{FF2B5EF4-FFF2-40B4-BE49-F238E27FC236}">
                <a16:creationId xmlns:a16="http://schemas.microsoft.com/office/drawing/2014/main" id="{0061C036-93AE-3BAB-6526-8E33EA44445B}"/>
              </a:ext>
            </a:extLst>
          </p:cNvPr>
          <p:cNvSpPr>
            <a:spLocks noGrp="1"/>
          </p:cNvSpPr>
          <p:nvPr>
            <p:ph type="body" sz="quarter" idx="23" hasCustomPrompt="1"/>
          </p:nvPr>
        </p:nvSpPr>
        <p:spPr>
          <a:xfrm>
            <a:off x="374904" y="3840400"/>
            <a:ext cx="10012358" cy="338554"/>
          </a:xfrm>
          <a:prstGeom prst="rect">
            <a:avLst/>
          </a:prstGeom>
        </p:spPr>
        <p:txBody>
          <a:bodyPr>
            <a:noAutofit/>
          </a:bodyPr>
          <a:lstStyle>
            <a:lvl1pPr marL="0" indent="0">
              <a:buNone/>
              <a:defRPr sz="1600"/>
            </a:lvl1pPr>
          </a:lstStyle>
          <a:p>
            <a:pPr lvl="0"/>
            <a:r>
              <a:rPr lang="en-GB" dirty="0"/>
              <a:t>Date</a:t>
            </a:r>
            <a:endParaRPr lang="en-PL" dirty="0"/>
          </a:p>
        </p:txBody>
      </p:sp>
      <p:sp>
        <p:nvSpPr>
          <p:cNvPr id="2" name="Footer Placeholder 5">
            <a:extLst>
              <a:ext uri="{FF2B5EF4-FFF2-40B4-BE49-F238E27FC236}">
                <a16:creationId xmlns:a16="http://schemas.microsoft.com/office/drawing/2014/main" id="{DBE2E1BB-CE0A-BA4E-62F3-C11C72B14BDB}"/>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tx1"/>
                </a:solidFill>
                <a:latin typeface="+mn-lt"/>
              </a:defRPr>
            </a:lvl1pPr>
          </a:lstStyle>
          <a:p>
            <a:pPr algn="r"/>
            <a:r>
              <a:rPr lang="en-US"/>
              <a:t>Confidential | Authorized HPE partner use only</a:t>
            </a:r>
            <a:endParaRPr lang="en-US" dirty="0"/>
          </a:p>
        </p:txBody>
      </p:sp>
      <p:sp>
        <p:nvSpPr>
          <p:cNvPr id="3" name="Slide Number Placeholder 6">
            <a:extLst>
              <a:ext uri="{FF2B5EF4-FFF2-40B4-BE49-F238E27FC236}">
                <a16:creationId xmlns:a16="http://schemas.microsoft.com/office/drawing/2014/main" id="{E4EC4B5E-61C1-0327-AC26-FD6B85B7F09F}"/>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tx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64521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2 (Lockup)">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pic>
        <p:nvPicPr>
          <p:cNvPr id="2" name="Logo Lockup 1">
            <a:extLst>
              <a:ext uri="{FF2B5EF4-FFF2-40B4-BE49-F238E27FC236}">
                <a16:creationId xmlns:a16="http://schemas.microsoft.com/office/drawing/2014/main" id="{AEE00F90-73E4-5223-A58C-3132651D4FC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66964" y="239420"/>
            <a:ext cx="3462086" cy="584227"/>
          </a:xfrm>
          <a:prstGeom prst="rect">
            <a:avLst/>
          </a:prstGeom>
        </p:spPr>
      </p:pic>
      <p:sp>
        <p:nvSpPr>
          <p:cNvPr id="9" name="Title 2">
            <a:extLst>
              <a:ext uri="{FF2B5EF4-FFF2-40B4-BE49-F238E27FC236}">
                <a16:creationId xmlns:a16="http://schemas.microsoft.com/office/drawing/2014/main" id="{9A8CED90-83F5-DFF6-245A-6CD299701B86}"/>
              </a:ext>
            </a:extLst>
          </p:cNvPr>
          <p:cNvSpPr>
            <a:spLocks noGrp="1"/>
          </p:cNvSpPr>
          <p:nvPr>
            <p:ph type="ctrTitle" hasCustomPrompt="1"/>
          </p:nvPr>
        </p:nvSpPr>
        <p:spPr>
          <a:xfrm>
            <a:off x="374903" y="1813791"/>
            <a:ext cx="10012359" cy="1577109"/>
          </a:xfrm>
        </p:spPr>
        <p:txBody>
          <a:bodyPr lIns="0" tIns="46990" rIns="0" bIns="46990" anchor="b"/>
          <a:lstStyle>
            <a:lvl1pPr algn="l">
              <a:lnSpc>
                <a:spcPct val="90000"/>
              </a:lnSpc>
              <a:defRPr sz="4800">
                <a:solidFill>
                  <a:schemeClr val="tx1"/>
                </a:solidFill>
              </a:defRPr>
            </a:lvl1pPr>
          </a:lstStyle>
          <a:p>
            <a:r>
              <a:rPr lang="en-US" dirty="0"/>
              <a:t>Cover </a:t>
            </a:r>
            <a:r>
              <a:rPr lang="pl-PL" dirty="0"/>
              <a:t>2</a:t>
            </a:r>
            <a:endParaRPr lang="en-US" dirty="0"/>
          </a:p>
        </p:txBody>
      </p:sp>
      <p:sp>
        <p:nvSpPr>
          <p:cNvPr id="7" name="Subtitle 3">
            <a:extLst>
              <a:ext uri="{FF2B5EF4-FFF2-40B4-BE49-F238E27FC236}">
                <a16:creationId xmlns:a16="http://schemas.microsoft.com/office/drawing/2014/main" id="{C9B879B3-45C8-291E-B795-79029A3CF99B}"/>
              </a:ext>
            </a:extLst>
          </p:cNvPr>
          <p:cNvSpPr>
            <a:spLocks noGrp="1"/>
          </p:cNvSpPr>
          <p:nvPr>
            <p:ph type="subTitle" idx="1" hasCustomPrompt="1"/>
          </p:nvPr>
        </p:nvSpPr>
        <p:spPr>
          <a:xfrm>
            <a:off x="374903" y="3424765"/>
            <a:ext cx="10012359" cy="415635"/>
          </a:xfrm>
          <a:prstGeom prst="rect">
            <a:avLst/>
          </a:prstGeom>
        </p:spPr>
        <p:txBody>
          <a:bodyPr/>
          <a:lstStyle>
            <a:lvl1pPr marL="0" indent="0" algn="l">
              <a:spcBef>
                <a:spcPts val="0"/>
              </a:spcBef>
              <a:buNone/>
              <a:defRPr sz="2000" b="0" i="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8" name="Text Placeholder 4">
            <a:extLst>
              <a:ext uri="{FF2B5EF4-FFF2-40B4-BE49-F238E27FC236}">
                <a16:creationId xmlns:a16="http://schemas.microsoft.com/office/drawing/2014/main" id="{199A56CF-9478-6AE1-8265-95E8C72FD0EA}"/>
              </a:ext>
            </a:extLst>
          </p:cNvPr>
          <p:cNvSpPr>
            <a:spLocks noGrp="1"/>
          </p:cNvSpPr>
          <p:nvPr>
            <p:ph type="body" sz="quarter" idx="23" hasCustomPrompt="1"/>
          </p:nvPr>
        </p:nvSpPr>
        <p:spPr>
          <a:xfrm>
            <a:off x="374904" y="3840400"/>
            <a:ext cx="10012358" cy="338554"/>
          </a:xfrm>
          <a:prstGeom prst="rect">
            <a:avLst/>
          </a:prstGeom>
        </p:spPr>
        <p:txBody>
          <a:bodyPr>
            <a:noAutofit/>
          </a:bodyPr>
          <a:lstStyle>
            <a:lvl1pPr marL="0" indent="0">
              <a:buNone/>
              <a:defRPr sz="1600"/>
            </a:lvl1pPr>
          </a:lstStyle>
          <a:p>
            <a:pPr lvl="0"/>
            <a:r>
              <a:rPr lang="en-GB" dirty="0"/>
              <a:t>Date</a:t>
            </a:r>
            <a:endParaRPr lang="en-PL" dirty="0"/>
          </a:p>
        </p:txBody>
      </p:sp>
      <p:sp>
        <p:nvSpPr>
          <p:cNvPr id="4" name="Footer Placeholder 5">
            <a:extLst>
              <a:ext uri="{FF2B5EF4-FFF2-40B4-BE49-F238E27FC236}">
                <a16:creationId xmlns:a16="http://schemas.microsoft.com/office/drawing/2014/main" id="{4C7E62B9-7B57-1325-41F8-B563932F3294}"/>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tx1"/>
                </a:solidFill>
                <a:latin typeface="+mn-lt"/>
              </a:defRPr>
            </a:lvl1pPr>
          </a:lstStyle>
          <a:p>
            <a:pPr algn="r"/>
            <a:r>
              <a:rPr lang="en-US"/>
              <a:t>Confidential | Authorized HPE partner use only</a:t>
            </a:r>
            <a:endParaRPr lang="en-US" dirty="0"/>
          </a:p>
        </p:txBody>
      </p:sp>
      <p:sp>
        <p:nvSpPr>
          <p:cNvPr id="5" name="Slide Number Placeholder 6">
            <a:extLst>
              <a:ext uri="{FF2B5EF4-FFF2-40B4-BE49-F238E27FC236}">
                <a16:creationId xmlns:a16="http://schemas.microsoft.com/office/drawing/2014/main" id="{8D4869DF-7C8C-6D6D-CBDF-4F57DD5DFF22}"/>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tx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41761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60">
          <p15:clr>
            <a:srgbClr val="FBAE40"/>
          </p15:clr>
        </p15:guide>
        <p15:guide id="8"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3 with Light Picture (Lockup)">
    <p:bg>
      <p:bgPr>
        <a:solidFill>
          <a:schemeClr val="bg1">
            <a:lumMod val="95000"/>
          </a:schemeClr>
        </a:solidFill>
        <a:effectLst/>
      </p:bgPr>
    </p:bg>
    <p:spTree>
      <p:nvGrpSpPr>
        <p:cNvPr id="1" name=""/>
        <p:cNvGrpSpPr/>
        <p:nvPr/>
      </p:nvGrpSpPr>
      <p:grpSpPr>
        <a:xfrm>
          <a:off x="0" y="0"/>
          <a:ext cx="0" cy="0"/>
          <a:chOff x="0" y="0"/>
          <a:chExt cx="0" cy="0"/>
        </a:xfrm>
      </p:grpSpPr>
      <p:pic>
        <p:nvPicPr>
          <p:cNvPr id="5" name="Logo Lockup 1">
            <a:extLst>
              <a:ext uri="{FF2B5EF4-FFF2-40B4-BE49-F238E27FC236}">
                <a16:creationId xmlns:a16="http://schemas.microsoft.com/office/drawing/2014/main" id="{7331BA6A-A377-381A-8864-934ADB55E32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66964" y="239420"/>
            <a:ext cx="3462086" cy="584227"/>
          </a:xfrm>
          <a:prstGeom prst="rect">
            <a:avLst/>
          </a:prstGeom>
        </p:spPr>
      </p:pic>
      <p:pic>
        <p:nvPicPr>
          <p:cNvPr id="13" name="Picture Element 2">
            <a:extLst>
              <a:ext uri="{FF2B5EF4-FFF2-40B4-BE49-F238E27FC236}">
                <a16:creationId xmlns:a16="http://schemas.microsoft.com/office/drawing/2014/main" id="{599C7368-45FB-FA9F-C233-DCDE9E9A3751}"/>
              </a:ext>
            </a:extLst>
          </p:cNvPr>
          <p:cNvPicPr>
            <a:picLocks noChangeAspect="1"/>
          </p:cNvPicPr>
          <p:nvPr userDrawn="1"/>
        </p:nvPicPr>
        <p:blipFill>
          <a:blip r:embed="rId4"/>
          <a:srcRect/>
          <a:stretch/>
        </p:blipFill>
        <p:spPr>
          <a:xfrm>
            <a:off x="0" y="1518948"/>
            <a:ext cx="10934113" cy="5339064"/>
          </a:xfrm>
          <a:prstGeom prst="rect">
            <a:avLst/>
          </a:prstGeom>
        </p:spPr>
      </p:pic>
      <p:sp>
        <p:nvSpPr>
          <p:cNvPr id="2" name="Title 3">
            <a:extLst>
              <a:ext uri="{FF2B5EF4-FFF2-40B4-BE49-F238E27FC236}">
                <a16:creationId xmlns:a16="http://schemas.microsoft.com/office/drawing/2014/main" id="{01118B38-66E2-1853-9640-52CA013779FB}"/>
              </a:ext>
            </a:extLst>
          </p:cNvPr>
          <p:cNvSpPr>
            <a:spLocks noGrp="1"/>
          </p:cNvSpPr>
          <p:nvPr>
            <p:ph type="ctrTitle" hasCustomPrompt="1"/>
          </p:nvPr>
        </p:nvSpPr>
        <p:spPr>
          <a:xfrm>
            <a:off x="374904" y="1813791"/>
            <a:ext cx="9144000" cy="1577109"/>
          </a:xfrm>
        </p:spPr>
        <p:txBody>
          <a:bodyPr lIns="0" tIns="46990" rIns="0" bIns="46990" anchor="b"/>
          <a:lstStyle>
            <a:lvl1pPr marL="0" marR="0" indent="0" algn="l" defTabSz="914400" rtl="0" eaLnBrk="1" fontAlgn="auto" latinLnBrk="0" hangingPunct="1">
              <a:lnSpc>
                <a:spcPct val="90000"/>
              </a:lnSpc>
              <a:spcBef>
                <a:spcPct val="0"/>
              </a:spcBef>
              <a:spcAft>
                <a:spcPts val="0"/>
              </a:spcAft>
              <a:buClrTx/>
              <a:buSzTx/>
              <a:buFontTx/>
              <a:buNone/>
              <a:tabLst/>
              <a:defRPr sz="4800">
                <a:solidFill>
                  <a:schemeClr val="tx1"/>
                </a:solidFill>
              </a:defRPr>
            </a:lvl1pPr>
          </a:lstStyle>
          <a:p>
            <a:r>
              <a:rPr lang="en-US" dirty="0"/>
              <a:t>Cover </a:t>
            </a:r>
            <a:r>
              <a:rPr lang="pl-PL" dirty="0"/>
              <a:t>3</a:t>
            </a:r>
            <a:r>
              <a:rPr lang="en-US" dirty="0"/>
              <a:t> (with </a:t>
            </a:r>
            <a:r>
              <a:rPr lang="pl-PL" dirty="0"/>
              <a:t>light </a:t>
            </a:r>
            <a:r>
              <a:rPr lang="en-US" dirty="0"/>
              <a:t>picture)</a:t>
            </a:r>
          </a:p>
        </p:txBody>
      </p:sp>
      <p:sp>
        <p:nvSpPr>
          <p:cNvPr id="7" name="Subtitle 4">
            <a:extLst>
              <a:ext uri="{FF2B5EF4-FFF2-40B4-BE49-F238E27FC236}">
                <a16:creationId xmlns:a16="http://schemas.microsoft.com/office/drawing/2014/main" id="{6D5F3A39-BBD4-AFEB-B4E7-8CA166BB3019}"/>
              </a:ext>
            </a:extLst>
          </p:cNvPr>
          <p:cNvSpPr>
            <a:spLocks noGrp="1"/>
          </p:cNvSpPr>
          <p:nvPr>
            <p:ph type="subTitle" idx="1" hasCustomPrompt="1"/>
          </p:nvPr>
        </p:nvSpPr>
        <p:spPr>
          <a:xfrm>
            <a:off x="380972" y="3424765"/>
            <a:ext cx="9144000" cy="415635"/>
          </a:xfrm>
          <a:prstGeom prst="rect">
            <a:avLst/>
          </a:prstGeom>
        </p:spPr>
        <p:txBody>
          <a:bodyPr/>
          <a:lstStyle>
            <a:lvl1pPr marL="0" indent="0" algn="l">
              <a:spcBef>
                <a:spcPts val="0"/>
              </a:spcBef>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9" name="Text Placeholder 5">
            <a:extLst>
              <a:ext uri="{FF2B5EF4-FFF2-40B4-BE49-F238E27FC236}">
                <a16:creationId xmlns:a16="http://schemas.microsoft.com/office/drawing/2014/main" id="{EC55DFAC-A001-72E6-262A-D060D79E0973}"/>
              </a:ext>
            </a:extLst>
          </p:cNvPr>
          <p:cNvSpPr>
            <a:spLocks noGrp="1"/>
          </p:cNvSpPr>
          <p:nvPr>
            <p:ph type="body" sz="quarter" idx="23" hasCustomPrompt="1"/>
          </p:nvPr>
        </p:nvSpPr>
        <p:spPr>
          <a:xfrm>
            <a:off x="374904" y="3840400"/>
            <a:ext cx="9144000" cy="338554"/>
          </a:xfrm>
          <a:prstGeom prst="rect">
            <a:avLst/>
          </a:prstGeom>
        </p:spPr>
        <p:txBody>
          <a:bodyPr>
            <a:noAutofit/>
          </a:bodyPr>
          <a:lstStyle>
            <a:lvl1pPr marL="0" indent="0">
              <a:buNone/>
              <a:defRPr sz="1600">
                <a:solidFill>
                  <a:schemeClr val="tx1"/>
                </a:solidFill>
              </a:defRPr>
            </a:lvl1pPr>
          </a:lstStyle>
          <a:p>
            <a:pPr lvl="0"/>
            <a:r>
              <a:rPr lang="en-GB" dirty="0"/>
              <a:t>Date</a:t>
            </a:r>
            <a:endParaRPr lang="en-PL" dirty="0"/>
          </a:p>
        </p:txBody>
      </p:sp>
      <p:sp>
        <p:nvSpPr>
          <p:cNvPr id="4" name="Footer Placeholder 6">
            <a:extLst>
              <a:ext uri="{FF2B5EF4-FFF2-40B4-BE49-F238E27FC236}">
                <a16:creationId xmlns:a16="http://schemas.microsoft.com/office/drawing/2014/main" id="{F1B627C3-C1BB-9558-7C73-E25CB3B6E8A4}"/>
              </a:ext>
            </a:extLst>
          </p:cNvPr>
          <p:cNvSpPr>
            <a:spLocks noGrp="1"/>
          </p:cNvSpPr>
          <p:nvPr>
            <p:ph type="ftr" sz="quarter" idx="24"/>
          </p:nvPr>
        </p:nvSpPr>
        <p:spPr/>
        <p:txBody>
          <a:bodyPr/>
          <a:lstStyle>
            <a:lvl1pPr>
              <a:defRPr>
                <a:solidFill>
                  <a:schemeClr val="tx1"/>
                </a:solidFill>
              </a:defRPr>
            </a:lvl1pPr>
          </a:lstStyle>
          <a:p>
            <a:pPr algn="r"/>
            <a:r>
              <a:rPr lang="en-US"/>
              <a:t>Confidential | Authorized HPE partner use only</a:t>
            </a:r>
            <a:endParaRPr lang="en-US" dirty="0"/>
          </a:p>
        </p:txBody>
      </p:sp>
      <p:sp>
        <p:nvSpPr>
          <p:cNvPr id="8" name="Slide Number Placeholder 7">
            <a:extLst>
              <a:ext uri="{FF2B5EF4-FFF2-40B4-BE49-F238E27FC236}">
                <a16:creationId xmlns:a16="http://schemas.microsoft.com/office/drawing/2014/main" id="{F7BA235C-CFDA-EC42-8041-30F0839937F8}"/>
              </a:ext>
            </a:extLst>
          </p:cNvPr>
          <p:cNvSpPr>
            <a:spLocks noGrp="1"/>
          </p:cNvSpPr>
          <p:nvPr>
            <p:ph type="sldNum" sz="quarter" idx="25"/>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416897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36">
          <p15:clr>
            <a:srgbClr val="FBAE40"/>
          </p15:clr>
        </p15:guide>
        <p15:guide id="8"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3 with Dark Picture (Lockup)">
    <p:bg>
      <p:bgPr>
        <a:solidFill>
          <a:schemeClr val="tx1">
            <a:lumMod val="90000"/>
            <a:lumOff val="10000"/>
          </a:schemeClr>
        </a:solidFill>
        <a:effectLst/>
      </p:bgPr>
    </p:bg>
    <p:spTree>
      <p:nvGrpSpPr>
        <p:cNvPr id="1" name=""/>
        <p:cNvGrpSpPr/>
        <p:nvPr/>
      </p:nvGrpSpPr>
      <p:grpSpPr>
        <a:xfrm>
          <a:off x="0" y="0"/>
          <a:ext cx="0" cy="0"/>
          <a:chOff x="0" y="0"/>
          <a:chExt cx="0" cy="0"/>
        </a:xfrm>
      </p:grpSpPr>
      <p:pic>
        <p:nvPicPr>
          <p:cNvPr id="5" name="Logo Lockup 1">
            <a:extLst>
              <a:ext uri="{FF2B5EF4-FFF2-40B4-BE49-F238E27FC236}">
                <a16:creationId xmlns:a16="http://schemas.microsoft.com/office/drawing/2014/main" id="{63600783-B49B-459E-5474-6A45EA33278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66964" y="239420"/>
            <a:ext cx="3462085" cy="584227"/>
          </a:xfrm>
          <a:prstGeom prst="rect">
            <a:avLst/>
          </a:prstGeom>
        </p:spPr>
      </p:pic>
      <p:pic>
        <p:nvPicPr>
          <p:cNvPr id="13" name="Picture Element 2">
            <a:extLst>
              <a:ext uri="{FF2B5EF4-FFF2-40B4-BE49-F238E27FC236}">
                <a16:creationId xmlns:a16="http://schemas.microsoft.com/office/drawing/2014/main" id="{599C7368-45FB-FA9F-C233-DCDE9E9A3751}"/>
              </a:ext>
            </a:extLst>
          </p:cNvPr>
          <p:cNvPicPr>
            <a:picLocks noChangeAspect="1"/>
          </p:cNvPicPr>
          <p:nvPr userDrawn="1"/>
        </p:nvPicPr>
        <p:blipFill>
          <a:blip r:embed="rId4"/>
          <a:srcRect/>
          <a:stretch/>
        </p:blipFill>
        <p:spPr>
          <a:xfrm>
            <a:off x="0" y="1518948"/>
            <a:ext cx="10934113" cy="5339064"/>
          </a:xfrm>
          <a:prstGeom prst="rect">
            <a:avLst/>
          </a:prstGeom>
        </p:spPr>
      </p:pic>
      <p:sp>
        <p:nvSpPr>
          <p:cNvPr id="2" name="Title 3">
            <a:extLst>
              <a:ext uri="{FF2B5EF4-FFF2-40B4-BE49-F238E27FC236}">
                <a16:creationId xmlns:a16="http://schemas.microsoft.com/office/drawing/2014/main" id="{01118B38-66E2-1853-9640-52CA013779FB}"/>
              </a:ext>
            </a:extLst>
          </p:cNvPr>
          <p:cNvSpPr>
            <a:spLocks noGrp="1"/>
          </p:cNvSpPr>
          <p:nvPr>
            <p:ph type="ctrTitle" hasCustomPrompt="1"/>
          </p:nvPr>
        </p:nvSpPr>
        <p:spPr>
          <a:xfrm>
            <a:off x="374904" y="1813791"/>
            <a:ext cx="9144000" cy="1577109"/>
          </a:xfrm>
        </p:spPr>
        <p:txBody>
          <a:bodyPr lIns="0" tIns="46990" rIns="0" bIns="46990" anchor="b"/>
          <a:lstStyle>
            <a:lvl1pPr marL="0" marR="0" indent="0" algn="l" defTabSz="914400" rtl="0" eaLnBrk="1" fontAlgn="auto" latinLnBrk="0" hangingPunct="1">
              <a:lnSpc>
                <a:spcPct val="90000"/>
              </a:lnSpc>
              <a:spcBef>
                <a:spcPct val="0"/>
              </a:spcBef>
              <a:spcAft>
                <a:spcPts val="0"/>
              </a:spcAft>
              <a:buClrTx/>
              <a:buSzTx/>
              <a:buFontTx/>
              <a:buNone/>
              <a:tabLst/>
              <a:defRPr sz="4800">
                <a:solidFill>
                  <a:schemeClr val="bg1"/>
                </a:solidFill>
              </a:defRPr>
            </a:lvl1pPr>
          </a:lstStyle>
          <a:p>
            <a:r>
              <a:rPr lang="en-US" dirty="0"/>
              <a:t>Cover </a:t>
            </a:r>
            <a:r>
              <a:rPr lang="pl-PL" dirty="0"/>
              <a:t>3</a:t>
            </a:r>
            <a:r>
              <a:rPr lang="en-US" dirty="0"/>
              <a:t> (with dark picture)</a:t>
            </a:r>
          </a:p>
        </p:txBody>
      </p:sp>
      <p:sp>
        <p:nvSpPr>
          <p:cNvPr id="7" name="Subtitle 4">
            <a:extLst>
              <a:ext uri="{FF2B5EF4-FFF2-40B4-BE49-F238E27FC236}">
                <a16:creationId xmlns:a16="http://schemas.microsoft.com/office/drawing/2014/main" id="{6D5F3A39-BBD4-AFEB-B4E7-8CA166BB3019}"/>
              </a:ext>
            </a:extLst>
          </p:cNvPr>
          <p:cNvSpPr>
            <a:spLocks noGrp="1"/>
          </p:cNvSpPr>
          <p:nvPr>
            <p:ph type="subTitle" idx="1" hasCustomPrompt="1"/>
          </p:nvPr>
        </p:nvSpPr>
        <p:spPr>
          <a:xfrm>
            <a:off x="380972" y="3424765"/>
            <a:ext cx="9144000" cy="415635"/>
          </a:xfrm>
          <a:prstGeom prst="rect">
            <a:avLst/>
          </a:prstGeom>
        </p:spPr>
        <p:txBody>
          <a:bodyPr/>
          <a:lstStyle>
            <a:lvl1pPr marL="0" indent="0" algn="l">
              <a:spcBef>
                <a:spcPts val="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9" name="Text Placeholder 5">
            <a:extLst>
              <a:ext uri="{FF2B5EF4-FFF2-40B4-BE49-F238E27FC236}">
                <a16:creationId xmlns:a16="http://schemas.microsoft.com/office/drawing/2014/main" id="{EC55DFAC-A001-72E6-262A-D060D79E0973}"/>
              </a:ext>
            </a:extLst>
          </p:cNvPr>
          <p:cNvSpPr>
            <a:spLocks noGrp="1"/>
          </p:cNvSpPr>
          <p:nvPr>
            <p:ph type="body" sz="quarter" idx="23" hasCustomPrompt="1"/>
          </p:nvPr>
        </p:nvSpPr>
        <p:spPr>
          <a:xfrm>
            <a:off x="374904" y="3840400"/>
            <a:ext cx="9144000" cy="338554"/>
          </a:xfrm>
          <a:prstGeom prst="rect">
            <a:avLst/>
          </a:prstGeom>
        </p:spPr>
        <p:txBody>
          <a:bodyPr>
            <a:noAutofit/>
          </a:bodyPr>
          <a:lstStyle>
            <a:lvl1pPr marL="0" indent="0">
              <a:buNone/>
              <a:defRPr sz="1600">
                <a:solidFill>
                  <a:schemeClr val="bg1"/>
                </a:solidFill>
              </a:defRPr>
            </a:lvl1pPr>
          </a:lstStyle>
          <a:p>
            <a:pPr lvl="0"/>
            <a:r>
              <a:rPr lang="en-GB" dirty="0"/>
              <a:t>Date</a:t>
            </a:r>
            <a:endParaRPr lang="en-PL" dirty="0"/>
          </a:p>
        </p:txBody>
      </p:sp>
      <p:sp>
        <p:nvSpPr>
          <p:cNvPr id="4" name="Footer Placeholder 6">
            <a:extLst>
              <a:ext uri="{FF2B5EF4-FFF2-40B4-BE49-F238E27FC236}">
                <a16:creationId xmlns:a16="http://schemas.microsoft.com/office/drawing/2014/main" id="{F1B627C3-C1BB-9558-7C73-E25CB3B6E8A4}"/>
              </a:ext>
            </a:extLst>
          </p:cNvPr>
          <p:cNvSpPr>
            <a:spLocks noGrp="1"/>
          </p:cNvSpPr>
          <p:nvPr>
            <p:ph type="ftr" sz="quarter" idx="24"/>
          </p:nvPr>
        </p:nvSpPr>
        <p:spPr/>
        <p:txBody>
          <a:bodyPr/>
          <a:lstStyle>
            <a:lvl1pPr>
              <a:defRPr>
                <a:solidFill>
                  <a:schemeClr val="bg1">
                    <a:lumMod val="85000"/>
                  </a:schemeClr>
                </a:solidFill>
              </a:defRPr>
            </a:lvl1pPr>
          </a:lstStyle>
          <a:p>
            <a:pPr algn="r"/>
            <a:r>
              <a:rPr lang="en-US"/>
              <a:t>Confidential | Authorized HPE partner use only</a:t>
            </a:r>
            <a:endParaRPr lang="en-US" dirty="0"/>
          </a:p>
        </p:txBody>
      </p:sp>
      <p:sp>
        <p:nvSpPr>
          <p:cNvPr id="8" name="Slide Number Placeholder 7">
            <a:extLst>
              <a:ext uri="{FF2B5EF4-FFF2-40B4-BE49-F238E27FC236}">
                <a16:creationId xmlns:a16="http://schemas.microsoft.com/office/drawing/2014/main" id="{F7BA235C-CFDA-EC42-8041-30F0839937F8}"/>
              </a:ext>
            </a:extLst>
          </p:cNvPr>
          <p:cNvSpPr>
            <a:spLocks noGrp="1"/>
          </p:cNvSpPr>
          <p:nvPr>
            <p:ph type="sldNum" sz="quarter" idx="25"/>
          </p:nvPr>
        </p:nvSpPr>
        <p:spPr/>
        <p:txBody>
          <a:bodyPr/>
          <a:lstStyle>
            <a:lvl1pPr>
              <a:defRPr>
                <a:solidFill>
                  <a:schemeClr val="bg1">
                    <a:lumMod val="85000"/>
                  </a:schemeClr>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890617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36">
          <p15:clr>
            <a:srgbClr val="FBAE40"/>
          </p15:clr>
        </p15:guide>
        <p15:guide id="8"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4 with Picture (Lockup)">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pic>
        <p:nvPicPr>
          <p:cNvPr id="6" name="Logo Lockup 1">
            <a:extLst>
              <a:ext uri="{FF2B5EF4-FFF2-40B4-BE49-F238E27FC236}">
                <a16:creationId xmlns:a16="http://schemas.microsoft.com/office/drawing/2014/main" id="{35FF7C2A-0CF0-B922-881A-E7A67EE5634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66964" y="239420"/>
            <a:ext cx="3462086" cy="584227"/>
          </a:xfrm>
          <a:prstGeom prst="rect">
            <a:avLst/>
          </a:prstGeom>
        </p:spPr>
      </p:pic>
      <p:sp>
        <p:nvSpPr>
          <p:cNvPr id="2" name="Title 2">
            <a:extLst>
              <a:ext uri="{FF2B5EF4-FFF2-40B4-BE49-F238E27FC236}">
                <a16:creationId xmlns:a16="http://schemas.microsoft.com/office/drawing/2014/main" id="{01118B38-66E2-1853-9640-52CA013779FB}"/>
              </a:ext>
            </a:extLst>
          </p:cNvPr>
          <p:cNvSpPr>
            <a:spLocks noGrp="1"/>
          </p:cNvSpPr>
          <p:nvPr>
            <p:ph type="ctrTitle" hasCustomPrompt="1"/>
          </p:nvPr>
        </p:nvSpPr>
        <p:spPr>
          <a:xfrm>
            <a:off x="376738" y="1178790"/>
            <a:ext cx="9144000" cy="1577109"/>
          </a:xfrm>
        </p:spPr>
        <p:txBody>
          <a:bodyPr lIns="0" tIns="46990" rIns="0" bIns="46990" anchor="b"/>
          <a:lstStyle>
            <a:lvl1pPr algn="l">
              <a:lnSpc>
                <a:spcPct val="90000"/>
              </a:lnSpc>
              <a:spcBef>
                <a:spcPct val="0"/>
              </a:spcBef>
              <a:spcAft>
                <a:spcPts val="0"/>
              </a:spcAft>
              <a:defRPr sz="4800">
                <a:solidFill>
                  <a:schemeClr val="tx1"/>
                </a:solidFill>
              </a:defRPr>
            </a:lvl1pPr>
          </a:lstStyle>
          <a:p>
            <a:r>
              <a:rPr lang="en-US" dirty="0"/>
              <a:t>Cover </a:t>
            </a:r>
            <a:r>
              <a:rPr lang="pl-PL" dirty="0"/>
              <a:t>4</a:t>
            </a:r>
            <a:r>
              <a:rPr lang="en-US" dirty="0"/>
              <a:t> (with picture)</a:t>
            </a:r>
          </a:p>
        </p:txBody>
      </p:sp>
      <p:sp>
        <p:nvSpPr>
          <p:cNvPr id="5" name="Subtitle 3">
            <a:extLst>
              <a:ext uri="{FF2B5EF4-FFF2-40B4-BE49-F238E27FC236}">
                <a16:creationId xmlns:a16="http://schemas.microsoft.com/office/drawing/2014/main" id="{A1730018-7DE4-8985-2868-18B01444A666}"/>
              </a:ext>
            </a:extLst>
          </p:cNvPr>
          <p:cNvSpPr>
            <a:spLocks noGrp="1"/>
          </p:cNvSpPr>
          <p:nvPr>
            <p:ph type="subTitle" idx="1" hasCustomPrompt="1"/>
          </p:nvPr>
        </p:nvSpPr>
        <p:spPr>
          <a:xfrm>
            <a:off x="9455099" y="2887955"/>
            <a:ext cx="2485505" cy="1026820"/>
          </a:xfrm>
          <a:prstGeom prst="rect">
            <a:avLst/>
          </a:prstGeom>
        </p:spPr>
        <p:txBody>
          <a:bodyPr>
            <a:noAutofit/>
          </a:bodyPr>
          <a:lstStyle>
            <a:lvl1pPr marL="0" indent="0" algn="l">
              <a:spcBef>
                <a:spcPts val="0"/>
              </a:spcBef>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 maximum three lines</a:t>
            </a:r>
          </a:p>
        </p:txBody>
      </p:sp>
      <p:sp>
        <p:nvSpPr>
          <p:cNvPr id="9" name="Text Placeholder 4">
            <a:extLst>
              <a:ext uri="{FF2B5EF4-FFF2-40B4-BE49-F238E27FC236}">
                <a16:creationId xmlns:a16="http://schemas.microsoft.com/office/drawing/2014/main" id="{F0BD8F41-4872-8861-CBF3-EDAA068B0DC5}"/>
              </a:ext>
            </a:extLst>
          </p:cNvPr>
          <p:cNvSpPr>
            <a:spLocks noGrp="1"/>
          </p:cNvSpPr>
          <p:nvPr>
            <p:ph type="body" sz="quarter" idx="23" hasCustomPrompt="1"/>
          </p:nvPr>
        </p:nvSpPr>
        <p:spPr>
          <a:xfrm>
            <a:off x="9455098" y="3924300"/>
            <a:ext cx="2485506" cy="338554"/>
          </a:xfrm>
          <a:prstGeom prst="rect">
            <a:avLst/>
          </a:prstGeom>
        </p:spPr>
        <p:txBody>
          <a:bodyPr>
            <a:noAutofit/>
          </a:bodyPr>
          <a:lstStyle>
            <a:lvl1pPr marL="0" indent="0">
              <a:buFontTx/>
              <a:buNone/>
              <a:defRPr sz="1600">
                <a:solidFill>
                  <a:schemeClr val="tx1"/>
                </a:solidFill>
              </a:defRPr>
            </a:lvl1pPr>
          </a:lstStyle>
          <a:p>
            <a:pPr lvl="0"/>
            <a:r>
              <a:rPr lang="en-GB" dirty="0"/>
              <a:t>Date</a:t>
            </a:r>
            <a:endParaRPr lang="en-PL" dirty="0"/>
          </a:p>
        </p:txBody>
      </p:sp>
      <p:sp>
        <p:nvSpPr>
          <p:cNvPr id="11" name="Picture Placeholder 5">
            <a:extLst>
              <a:ext uri="{FF2B5EF4-FFF2-40B4-BE49-F238E27FC236}">
                <a16:creationId xmlns:a16="http://schemas.microsoft.com/office/drawing/2014/main" id="{3BD4F32D-3591-565F-ADF6-7D7D28EF243F}"/>
              </a:ext>
            </a:extLst>
          </p:cNvPr>
          <p:cNvSpPr>
            <a:spLocks noGrp="1"/>
          </p:cNvSpPr>
          <p:nvPr>
            <p:ph type="pic" sz="quarter" idx="16" hasCustomPrompt="1"/>
          </p:nvPr>
        </p:nvSpPr>
        <p:spPr>
          <a:xfrm>
            <a:off x="-1" y="2974206"/>
            <a:ext cx="9206753" cy="3883794"/>
          </a:xfrm>
          <a:prstGeom prst="rect">
            <a:avLst/>
          </a:prstGeom>
          <a:solidFill>
            <a:schemeClr val="bg1">
              <a:lumMod val="95000"/>
            </a:schemeClr>
          </a:solidFill>
        </p:spPr>
        <p:txBody>
          <a:bodyPr lIns="0" tIns="0" rIns="0" bIns="0" anchor="ctr"/>
          <a:lstStyle>
            <a:lvl1pPr algn="ctr">
              <a:defRPr sz="800">
                <a:solidFill>
                  <a:schemeClr val="tx1"/>
                </a:solidFill>
              </a:defRPr>
            </a:lvl1pPr>
          </a:lstStyle>
          <a:p>
            <a:r>
              <a:rPr lang="en-US"/>
              <a:t>Image placeholder</a:t>
            </a:r>
          </a:p>
        </p:txBody>
      </p:sp>
      <p:sp>
        <p:nvSpPr>
          <p:cNvPr id="3" name="Footer Placeholder 6">
            <a:extLst>
              <a:ext uri="{FF2B5EF4-FFF2-40B4-BE49-F238E27FC236}">
                <a16:creationId xmlns:a16="http://schemas.microsoft.com/office/drawing/2014/main" id="{585DF01E-4205-00B8-31D5-62F133D646AA}"/>
              </a:ext>
            </a:extLst>
          </p:cNvPr>
          <p:cNvSpPr>
            <a:spLocks noGrp="1"/>
          </p:cNvSpPr>
          <p:nvPr>
            <p:ph type="ftr" sz="quarter" idx="3"/>
          </p:nvPr>
        </p:nvSpPr>
        <p:spPr>
          <a:xfrm>
            <a:off x="9455097" y="6155690"/>
            <a:ext cx="1834441" cy="450628"/>
          </a:xfrm>
          <a:prstGeom prst="rect">
            <a:avLst/>
          </a:prstGeom>
        </p:spPr>
        <p:txBody>
          <a:bodyPr vert="horz" lIns="0" tIns="45720" rIns="0" bIns="45720" rtlCol="0" anchor="b"/>
          <a:lstStyle>
            <a:lvl1pPr algn="l">
              <a:defRPr sz="900" b="0" i="0">
                <a:solidFill>
                  <a:schemeClr val="tx1"/>
                </a:solidFill>
                <a:latin typeface="+mn-lt"/>
              </a:defRPr>
            </a:lvl1pPr>
          </a:lstStyle>
          <a:p>
            <a:pPr algn="r"/>
            <a:r>
              <a:rPr lang="en-US"/>
              <a:t>Confidential | Authorized HPE partner use only</a:t>
            </a:r>
            <a:endParaRPr lang="en-US" dirty="0"/>
          </a:p>
        </p:txBody>
      </p:sp>
      <p:sp>
        <p:nvSpPr>
          <p:cNvPr id="7" name="Slide Number Placeholder 7">
            <a:extLst>
              <a:ext uri="{FF2B5EF4-FFF2-40B4-BE49-F238E27FC236}">
                <a16:creationId xmlns:a16="http://schemas.microsoft.com/office/drawing/2014/main" id="{3A8DF9B4-8078-C49B-C422-13DD4F863D92}"/>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tx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694777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60">
          <p15:clr>
            <a:srgbClr val="FBAE40"/>
          </p15:clr>
        </p15:guide>
        <p15:guide id="8"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1">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AA170-8CC0-47B1-FE7B-FCA095BCC147}"/>
              </a:ext>
            </a:extLst>
          </p:cNvPr>
          <p:cNvSpPr>
            <a:spLocks noGrp="1"/>
          </p:cNvSpPr>
          <p:nvPr>
            <p:ph type="title" hasCustomPrompt="1"/>
          </p:nvPr>
        </p:nvSpPr>
        <p:spPr>
          <a:xfrm>
            <a:off x="374904" y="1439980"/>
            <a:ext cx="8599487" cy="1846659"/>
          </a:xfrm>
        </p:spPr>
        <p:txBody>
          <a:bodyPr anchor="b">
            <a:noAutofit/>
          </a:bodyPr>
          <a:lstStyle>
            <a:lvl1pPr>
              <a:lnSpc>
                <a:spcPct val="100000"/>
              </a:lnSpc>
              <a:defRPr sz="6000" b="0" i="0">
                <a:latin typeface="HPE Graphik Light" pitchFamily="2" charset="77"/>
              </a:defRPr>
            </a:lvl1pPr>
          </a:lstStyle>
          <a:p>
            <a:r>
              <a:rPr lang="en-US" dirty="0"/>
              <a:t>Divider 1</a:t>
            </a:r>
            <a:br>
              <a:rPr lang="en-US" dirty="0"/>
            </a:br>
            <a:r>
              <a:rPr lang="en-US" dirty="0"/>
              <a:t>two lines max</a:t>
            </a:r>
          </a:p>
        </p:txBody>
      </p:sp>
      <p:sp>
        <p:nvSpPr>
          <p:cNvPr id="3" name="Text Placeholder 2">
            <a:extLst>
              <a:ext uri="{FF2B5EF4-FFF2-40B4-BE49-F238E27FC236}">
                <a16:creationId xmlns:a16="http://schemas.microsoft.com/office/drawing/2014/main" id="{169C2486-EF2B-1442-FE2C-36120DCDA0B0}"/>
              </a:ext>
            </a:extLst>
          </p:cNvPr>
          <p:cNvSpPr>
            <a:spLocks noGrp="1"/>
          </p:cNvSpPr>
          <p:nvPr>
            <p:ph type="body" idx="1" hasCustomPrompt="1"/>
          </p:nvPr>
        </p:nvSpPr>
        <p:spPr>
          <a:xfrm>
            <a:off x="377021" y="3424794"/>
            <a:ext cx="6633379" cy="365126"/>
          </a:xfrm>
          <a:prstGeom prst="rect">
            <a:avLst/>
          </a:prstGeom>
        </p:spPr>
        <p:txBody>
          <a:bodyPr/>
          <a:lstStyle>
            <a:lvl1pPr marL="0" indent="0">
              <a:buNone/>
              <a:defRPr sz="2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Subtitle here only if needed</a:t>
            </a:r>
          </a:p>
        </p:txBody>
      </p:sp>
      <p:sp>
        <p:nvSpPr>
          <p:cNvPr id="5" name="Footer Placeholder 3">
            <a:extLst>
              <a:ext uri="{FF2B5EF4-FFF2-40B4-BE49-F238E27FC236}">
                <a16:creationId xmlns:a16="http://schemas.microsoft.com/office/drawing/2014/main" id="{37F33158-1754-653B-F011-1E6EDDA861C0}"/>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tx1"/>
                </a:solidFill>
                <a:latin typeface="+mn-lt"/>
              </a:defRPr>
            </a:lvl1pPr>
          </a:lstStyle>
          <a:p>
            <a:pPr algn="r"/>
            <a:r>
              <a:rPr lang="en-US"/>
              <a:t>Confidential | Authorized HPE partner use only</a:t>
            </a:r>
            <a:endParaRPr lang="en-US" dirty="0"/>
          </a:p>
        </p:txBody>
      </p:sp>
      <p:sp>
        <p:nvSpPr>
          <p:cNvPr id="6" name="Slide Number Placeholder 4">
            <a:extLst>
              <a:ext uri="{FF2B5EF4-FFF2-40B4-BE49-F238E27FC236}">
                <a16:creationId xmlns:a16="http://schemas.microsoft.com/office/drawing/2014/main" id="{07E9BAFD-B89D-1DD6-6FAB-B033012DF6C4}"/>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tx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459857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2">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AA170-8CC0-47B1-FE7B-FCA095BCC147}"/>
              </a:ext>
            </a:extLst>
          </p:cNvPr>
          <p:cNvSpPr>
            <a:spLocks noGrp="1"/>
          </p:cNvSpPr>
          <p:nvPr>
            <p:ph type="title" hasCustomPrompt="1"/>
          </p:nvPr>
        </p:nvSpPr>
        <p:spPr>
          <a:xfrm>
            <a:off x="374904" y="1439980"/>
            <a:ext cx="8599487" cy="1846659"/>
          </a:xfrm>
        </p:spPr>
        <p:txBody>
          <a:bodyPr anchor="b">
            <a:noAutofit/>
          </a:bodyPr>
          <a:lstStyle>
            <a:lvl1pPr>
              <a:lnSpc>
                <a:spcPct val="100000"/>
              </a:lnSpc>
              <a:defRPr sz="6000" b="0" i="0">
                <a:latin typeface="HPE Graphik Light" pitchFamily="2" charset="77"/>
              </a:defRPr>
            </a:lvl1pPr>
          </a:lstStyle>
          <a:p>
            <a:r>
              <a:rPr lang="en-US" dirty="0"/>
              <a:t>Divider 2</a:t>
            </a:r>
            <a:br>
              <a:rPr lang="en-US" dirty="0"/>
            </a:br>
            <a:r>
              <a:rPr lang="en-US" dirty="0"/>
              <a:t>two lines max</a:t>
            </a:r>
          </a:p>
        </p:txBody>
      </p:sp>
      <p:sp>
        <p:nvSpPr>
          <p:cNvPr id="3" name="Text Placeholder 2">
            <a:extLst>
              <a:ext uri="{FF2B5EF4-FFF2-40B4-BE49-F238E27FC236}">
                <a16:creationId xmlns:a16="http://schemas.microsoft.com/office/drawing/2014/main" id="{169C2486-EF2B-1442-FE2C-36120DCDA0B0}"/>
              </a:ext>
            </a:extLst>
          </p:cNvPr>
          <p:cNvSpPr>
            <a:spLocks noGrp="1"/>
          </p:cNvSpPr>
          <p:nvPr>
            <p:ph type="body" idx="1" hasCustomPrompt="1"/>
          </p:nvPr>
        </p:nvSpPr>
        <p:spPr>
          <a:xfrm>
            <a:off x="377021" y="3424794"/>
            <a:ext cx="6633379" cy="365126"/>
          </a:xfrm>
          <a:prstGeom prst="rect">
            <a:avLst/>
          </a:prstGeom>
        </p:spPr>
        <p:txBody>
          <a:bodyPr/>
          <a:lstStyle>
            <a:lvl1pPr marL="0" indent="0">
              <a:buNone/>
              <a:defRPr sz="2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Subtitle here only if needed</a:t>
            </a:r>
          </a:p>
        </p:txBody>
      </p:sp>
      <p:sp>
        <p:nvSpPr>
          <p:cNvPr id="4" name="Footer Placeholder 3">
            <a:extLst>
              <a:ext uri="{FF2B5EF4-FFF2-40B4-BE49-F238E27FC236}">
                <a16:creationId xmlns:a16="http://schemas.microsoft.com/office/drawing/2014/main" id="{286C1509-153F-BD27-73E3-F87006A3EC56}"/>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tx1"/>
                </a:solidFill>
                <a:latin typeface="+mn-lt"/>
              </a:defRPr>
            </a:lvl1p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E3318031-32A0-57F5-89E3-BD97D3EE476D}"/>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tx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892728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3">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AA170-8CC0-47B1-FE7B-FCA095BCC147}"/>
              </a:ext>
            </a:extLst>
          </p:cNvPr>
          <p:cNvSpPr>
            <a:spLocks noGrp="1"/>
          </p:cNvSpPr>
          <p:nvPr>
            <p:ph type="title" hasCustomPrompt="1"/>
          </p:nvPr>
        </p:nvSpPr>
        <p:spPr>
          <a:xfrm>
            <a:off x="374904" y="1439980"/>
            <a:ext cx="8599487" cy="1846659"/>
          </a:xfrm>
        </p:spPr>
        <p:txBody>
          <a:bodyPr anchor="b">
            <a:noAutofit/>
          </a:bodyPr>
          <a:lstStyle>
            <a:lvl1pPr>
              <a:lnSpc>
                <a:spcPct val="100000"/>
              </a:lnSpc>
              <a:defRPr sz="6000" b="0" i="0">
                <a:latin typeface="HPE Graphik Light" pitchFamily="2" charset="77"/>
              </a:defRPr>
            </a:lvl1pPr>
          </a:lstStyle>
          <a:p>
            <a:r>
              <a:rPr lang="en-US" dirty="0"/>
              <a:t>Divider 3</a:t>
            </a:r>
            <a:br>
              <a:rPr lang="en-US" dirty="0"/>
            </a:br>
            <a:r>
              <a:rPr lang="en-US" dirty="0"/>
              <a:t>two lines max</a:t>
            </a:r>
          </a:p>
        </p:txBody>
      </p:sp>
      <p:sp>
        <p:nvSpPr>
          <p:cNvPr id="3" name="Text Placeholder 2">
            <a:extLst>
              <a:ext uri="{FF2B5EF4-FFF2-40B4-BE49-F238E27FC236}">
                <a16:creationId xmlns:a16="http://schemas.microsoft.com/office/drawing/2014/main" id="{169C2486-EF2B-1442-FE2C-36120DCDA0B0}"/>
              </a:ext>
            </a:extLst>
          </p:cNvPr>
          <p:cNvSpPr>
            <a:spLocks noGrp="1"/>
          </p:cNvSpPr>
          <p:nvPr>
            <p:ph type="body" idx="1" hasCustomPrompt="1"/>
          </p:nvPr>
        </p:nvSpPr>
        <p:spPr>
          <a:xfrm>
            <a:off x="377021" y="3424794"/>
            <a:ext cx="6633379" cy="365126"/>
          </a:xfrm>
          <a:prstGeom prst="rect">
            <a:avLst/>
          </a:prstGeom>
        </p:spPr>
        <p:txBody>
          <a:bodyPr/>
          <a:lstStyle>
            <a:lvl1pPr marL="0" indent="0">
              <a:buNone/>
              <a:defRPr sz="2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Subtitle here only if needed</a:t>
            </a:r>
          </a:p>
        </p:txBody>
      </p:sp>
      <p:sp>
        <p:nvSpPr>
          <p:cNvPr id="5" name="Footer Placeholder 3">
            <a:extLst>
              <a:ext uri="{FF2B5EF4-FFF2-40B4-BE49-F238E27FC236}">
                <a16:creationId xmlns:a16="http://schemas.microsoft.com/office/drawing/2014/main" id="{723C35D8-793D-910E-958E-12734E9433D1}"/>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tx1"/>
                </a:solidFill>
                <a:latin typeface="+mn-lt"/>
              </a:defRPr>
            </a:lvl1pPr>
          </a:lstStyle>
          <a:p>
            <a:pPr algn="r"/>
            <a:r>
              <a:rPr lang="en-US"/>
              <a:t>Confidential | Authorized HPE partner use only</a:t>
            </a:r>
            <a:endParaRPr lang="en-US" dirty="0"/>
          </a:p>
        </p:txBody>
      </p:sp>
      <p:sp>
        <p:nvSpPr>
          <p:cNvPr id="6" name="Slide Number Placeholder 4">
            <a:extLst>
              <a:ext uri="{FF2B5EF4-FFF2-40B4-BE49-F238E27FC236}">
                <a16:creationId xmlns:a16="http://schemas.microsoft.com/office/drawing/2014/main" id="{AB0ABB62-7FB2-A10A-FB79-640977444A09}"/>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tx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7930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4 with Picture">
    <p:bg>
      <p:bgPr>
        <a:solidFill>
          <a:schemeClr val="bg1">
            <a:lumMod val="95000"/>
          </a:schemeClr>
        </a:solidFill>
        <a:effectLst/>
      </p:bgPr>
    </p:bg>
    <p:spTree>
      <p:nvGrpSpPr>
        <p:cNvPr id="1" name=""/>
        <p:cNvGrpSpPr/>
        <p:nvPr/>
      </p:nvGrpSpPr>
      <p:grpSpPr>
        <a:xfrm>
          <a:off x="0" y="0"/>
          <a:ext cx="0" cy="0"/>
          <a:chOff x="0" y="0"/>
          <a:chExt cx="0" cy="0"/>
        </a:xfrm>
      </p:grpSpPr>
      <p:pic>
        <p:nvPicPr>
          <p:cNvPr id="5" name="Element Image 1">
            <a:extLst>
              <a:ext uri="{FF2B5EF4-FFF2-40B4-BE49-F238E27FC236}">
                <a16:creationId xmlns:a16="http://schemas.microsoft.com/office/drawing/2014/main" id="{1A711596-B981-E895-2147-80AF02FC6F8D}"/>
              </a:ext>
            </a:extLst>
          </p:cNvPr>
          <p:cNvPicPr>
            <a:picLocks noChangeAspect="1"/>
          </p:cNvPicPr>
          <p:nvPr userDrawn="1"/>
        </p:nvPicPr>
        <p:blipFill>
          <a:blip r:embed="rId2">
            <a:extLst>
              <a:ext uri="{96DAC541-7B7A-43D3-8B79-37D633B846F1}">
                <asvg:svgBlip xmlns:asvg="http://schemas.microsoft.com/office/drawing/2016/SVG/main" r:embed="rId3"/>
              </a:ext>
            </a:extLst>
          </a:blip>
          <a:srcRect l="1196" t="654" r="1416" b="1209"/>
          <a:stretch>
            <a:fillRect/>
          </a:stretch>
        </p:blipFill>
        <p:spPr>
          <a:xfrm>
            <a:off x="0" y="0"/>
            <a:ext cx="12192000" cy="6858000"/>
          </a:xfrm>
          <a:prstGeom prst="rect">
            <a:avLst/>
          </a:prstGeom>
        </p:spPr>
      </p:pic>
      <p:sp>
        <p:nvSpPr>
          <p:cNvPr id="9" name="Title 2">
            <a:extLst>
              <a:ext uri="{FF2B5EF4-FFF2-40B4-BE49-F238E27FC236}">
                <a16:creationId xmlns:a16="http://schemas.microsoft.com/office/drawing/2014/main" id="{951F0D95-92C8-F614-A840-CCF636DDBEB8}"/>
              </a:ext>
            </a:extLst>
          </p:cNvPr>
          <p:cNvSpPr>
            <a:spLocks noGrp="1"/>
          </p:cNvSpPr>
          <p:nvPr>
            <p:ph type="title" hasCustomPrompt="1"/>
          </p:nvPr>
        </p:nvSpPr>
        <p:spPr>
          <a:xfrm>
            <a:off x="374905" y="393193"/>
            <a:ext cx="11433977" cy="946080"/>
          </a:xfrm>
        </p:spPr>
        <p:txBody>
          <a:bodyPr lIns="0" tIns="0" rIns="91440" bIns="0"/>
          <a:lstStyle>
            <a:lvl1pPr>
              <a:lnSpc>
                <a:spcPct val="100000"/>
              </a:lnSpc>
              <a:spcBef>
                <a:spcPct val="0"/>
              </a:spcBef>
              <a:spcAft>
                <a:spcPts val="0"/>
              </a:spcAft>
              <a:defRPr sz="6000" b="0">
                <a:solidFill>
                  <a:schemeClr val="tx1"/>
                </a:solidFill>
                <a:latin typeface="HPE Graphik Light" pitchFamily="50" charset="0"/>
              </a:defRPr>
            </a:lvl1pPr>
          </a:lstStyle>
          <a:p>
            <a:r>
              <a:rPr lang="en-US" dirty="0"/>
              <a:t>Divider 4 (with picture)</a:t>
            </a:r>
          </a:p>
        </p:txBody>
      </p:sp>
      <p:sp>
        <p:nvSpPr>
          <p:cNvPr id="2" name="Footer Placeholder 3">
            <a:extLst>
              <a:ext uri="{FF2B5EF4-FFF2-40B4-BE49-F238E27FC236}">
                <a16:creationId xmlns:a16="http://schemas.microsoft.com/office/drawing/2014/main" id="{6D7B23CD-0964-2C4F-2645-F616DF81D059}"/>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tx1"/>
                </a:solidFill>
                <a:latin typeface="+mn-lt"/>
              </a:defRPr>
            </a:lvl1pPr>
          </a:lstStyle>
          <a:p>
            <a:pPr algn="r"/>
            <a:r>
              <a:rPr lang="en-US"/>
              <a:t>Confidential | Authorized HPE partner use only</a:t>
            </a:r>
            <a:endParaRPr lang="en-US" dirty="0"/>
          </a:p>
        </p:txBody>
      </p:sp>
      <p:sp>
        <p:nvSpPr>
          <p:cNvPr id="3" name="Slide Number Placeholder 4">
            <a:extLst>
              <a:ext uri="{FF2B5EF4-FFF2-40B4-BE49-F238E27FC236}">
                <a16:creationId xmlns:a16="http://schemas.microsoft.com/office/drawing/2014/main" id="{1C3AD242-1EDC-575F-5C91-FD24DABDDFB0}"/>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tx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113751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32753FE-5D9A-4A5E-B0B2-3DAAE2EB3541}"/>
              </a:ext>
            </a:extLst>
          </p:cNvPr>
          <p:cNvSpPr>
            <a:spLocks noGrp="1"/>
          </p:cNvSpPr>
          <p:nvPr>
            <p:ph type="title"/>
          </p:nvPr>
        </p:nvSpPr>
        <p:spPr/>
        <p:txBody>
          <a:body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88F2DF35-63BF-460F-A215-8F5110C2F71B}"/>
              </a:ext>
            </a:extLst>
          </p:cNvPr>
          <p:cNvSpPr>
            <a:spLocks noGrp="1"/>
          </p:cNvSpPr>
          <p:nvPr>
            <p:ph idx="1"/>
          </p:nvPr>
        </p:nvSpPr>
        <p:spPr>
          <a:xfrm>
            <a:off x="381599" y="1165860"/>
            <a:ext cx="11404800" cy="5097600"/>
          </a:xfrm>
          <a:prstGeom prst="rect">
            <a:avLst/>
          </a:prstGeom>
        </p:spPr>
        <p:txBody>
          <a:bodyPr lIns="0" tIns="45720" rIns="0" bIns="45720"/>
          <a:lstStyle>
            <a:lvl1pPr>
              <a:spcAft>
                <a:spcPts val="0"/>
              </a:spcAft>
              <a:defRPr>
                <a:solidFill>
                  <a:schemeClr val="tx1"/>
                </a:solidFill>
              </a:defRPr>
            </a:lvl1pPr>
            <a:lvl2pPr>
              <a:spcAft>
                <a:spcPts val="0"/>
              </a:spcAft>
              <a:defRPr>
                <a:solidFill>
                  <a:schemeClr val="tx1"/>
                </a:solidFill>
              </a:defRPr>
            </a:lvl2pPr>
            <a:lvl3pPr>
              <a:spcAft>
                <a:spcPts val="0"/>
              </a:spcAft>
              <a:defRPr>
                <a:solidFill>
                  <a:schemeClr val="tx1"/>
                </a:solidFill>
              </a:defRPr>
            </a:lvl3pPr>
            <a:lvl4pPr>
              <a:spcAft>
                <a:spcPts val="0"/>
              </a:spcAft>
              <a:defRPr>
                <a:solidFill>
                  <a:schemeClr val="tx1"/>
                </a:solidFill>
              </a:defRPr>
            </a:lvl4pPr>
            <a:lvl5pPr>
              <a:spcAft>
                <a:spcPts val="0"/>
              </a:spcAft>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3">
            <a:extLst>
              <a:ext uri="{FF2B5EF4-FFF2-40B4-BE49-F238E27FC236}">
                <a16:creationId xmlns:a16="http://schemas.microsoft.com/office/drawing/2014/main" id="{96B6C3F6-7864-1614-6433-B6E92053415A}"/>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6" name="Slide Number Placeholder 4">
            <a:extLst>
              <a:ext uri="{FF2B5EF4-FFF2-40B4-BE49-F238E27FC236}">
                <a16:creationId xmlns:a16="http://schemas.microsoft.com/office/drawing/2014/main" id="{AAA371ED-2734-3586-C69F-E31DDE6FB9CD}"/>
              </a:ext>
            </a:extLst>
          </p:cNvPr>
          <p:cNvSpPr>
            <a:spLocks noGrp="1"/>
          </p:cNvSpPr>
          <p:nvPr>
            <p:ph type="sldNum" sz="quarter" idx="11"/>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084657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2)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32753FE-5D9A-4A5E-B0B2-3DAAE2EB3541}"/>
              </a:ext>
            </a:extLst>
          </p:cNvPr>
          <p:cNvSpPr>
            <a:spLocks noGrp="1"/>
          </p:cNvSpPr>
          <p:nvPr>
            <p:ph type="title" hasCustomPrompt="1"/>
          </p:nvPr>
        </p:nvSpPr>
        <p:spPr>
          <a:xfrm>
            <a:off x="374904" y="393192"/>
            <a:ext cx="11442628" cy="775846"/>
          </a:xfrm>
        </p:spPr>
        <p:txBody>
          <a:bodyPr lIns="0" tIns="0" rIns="0" bIns="0"/>
          <a:lstStyle>
            <a:lvl1pPr>
              <a:lnSpc>
                <a:spcPct val="90000"/>
              </a:lnSpc>
              <a:spcBef>
                <a:spcPct val="0"/>
              </a:spcBef>
              <a:spcAft>
                <a:spcPts val="0"/>
              </a:spcAft>
              <a:defRPr sz="3000">
                <a:solidFill>
                  <a:schemeClr val="tx1"/>
                </a:solidFill>
              </a:defRPr>
            </a:lvl1pPr>
          </a:lstStyle>
          <a:p>
            <a:r>
              <a:rPr lang="en-US" dirty="0"/>
              <a:t>Click to add</a:t>
            </a:r>
            <a:br>
              <a:rPr lang="en-US" dirty="0"/>
            </a:br>
            <a:r>
              <a:rPr lang="en-US" dirty="0"/>
              <a:t>two-line title</a:t>
            </a:r>
          </a:p>
        </p:txBody>
      </p:sp>
      <p:sp>
        <p:nvSpPr>
          <p:cNvPr id="9" name="Content Placeholder 2">
            <a:extLst>
              <a:ext uri="{FF2B5EF4-FFF2-40B4-BE49-F238E27FC236}">
                <a16:creationId xmlns:a16="http://schemas.microsoft.com/office/drawing/2014/main" id="{88F2DF35-63BF-460F-A215-8F5110C2F71B}"/>
              </a:ext>
            </a:extLst>
          </p:cNvPr>
          <p:cNvSpPr>
            <a:spLocks noGrp="1"/>
          </p:cNvSpPr>
          <p:nvPr>
            <p:ph idx="1"/>
          </p:nvPr>
        </p:nvSpPr>
        <p:spPr>
          <a:xfrm>
            <a:off x="374904" y="1541417"/>
            <a:ext cx="11433977" cy="4730795"/>
          </a:xfrm>
          <a:prstGeom prst="rect">
            <a:avLst/>
          </a:prstGeom>
        </p:spPr>
        <p:txBody>
          <a:bodyPr lIns="0" tIns="45720" rIns="0" bIns="45720"/>
          <a:lstStyle>
            <a:lvl1pPr>
              <a:spcAft>
                <a:spcPts val="0"/>
              </a:spcAft>
              <a:defRPr>
                <a:solidFill>
                  <a:schemeClr val="tx1"/>
                </a:solidFill>
              </a:defRPr>
            </a:lvl1pPr>
            <a:lvl2pPr>
              <a:spcAft>
                <a:spcPts val="0"/>
              </a:spcAft>
              <a:defRPr>
                <a:solidFill>
                  <a:schemeClr val="tx1"/>
                </a:solidFill>
              </a:defRPr>
            </a:lvl2pPr>
            <a:lvl3pPr>
              <a:spcAft>
                <a:spcPts val="0"/>
              </a:spcAft>
              <a:defRPr>
                <a:solidFill>
                  <a:schemeClr val="tx1"/>
                </a:solidFill>
              </a:defRPr>
            </a:lvl3pPr>
            <a:lvl4pPr>
              <a:spcAft>
                <a:spcPts val="0"/>
              </a:spcAft>
              <a:defRPr>
                <a:solidFill>
                  <a:schemeClr val="tx1"/>
                </a:solidFill>
              </a:defRPr>
            </a:lvl4pPr>
            <a:lvl5pPr>
              <a:spcAft>
                <a:spcPts val="0"/>
              </a:spcAft>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3">
            <a:extLst>
              <a:ext uri="{FF2B5EF4-FFF2-40B4-BE49-F238E27FC236}">
                <a16:creationId xmlns:a16="http://schemas.microsoft.com/office/drawing/2014/main" id="{5D62CB2E-81D7-48A5-A15B-340BF48D2100}"/>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3" name="Slide Number Placeholder 4">
            <a:extLst>
              <a:ext uri="{FF2B5EF4-FFF2-40B4-BE49-F238E27FC236}">
                <a16:creationId xmlns:a16="http://schemas.microsoft.com/office/drawing/2014/main" id="{B4268E2A-81AF-75F2-036F-19A286FA833A}"/>
              </a:ext>
            </a:extLst>
          </p:cNvPr>
          <p:cNvSpPr>
            <a:spLocks noGrp="1"/>
          </p:cNvSpPr>
          <p:nvPr>
            <p:ph type="sldNum" sz="quarter" idx="11"/>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65117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70D9BB8-8D8D-4F83-B418-E1A6910A3C8D}"/>
              </a:ext>
            </a:extLst>
          </p:cNvPr>
          <p:cNvSpPr>
            <a:spLocks noGrp="1"/>
          </p:cNvSpPr>
          <p:nvPr>
            <p:ph type="title"/>
          </p:nvPr>
        </p:nvSpPr>
        <p:spPr>
          <a:xfrm>
            <a:off x="374904" y="393192"/>
            <a:ext cx="11433978" cy="415498"/>
          </a:xfrm>
        </p:spPr>
        <p:txBody>
          <a:bodyPr lIns="0" tIns="0" rIns="91440" bIns="0"/>
          <a:lstStyle>
            <a:lvl1pPr>
              <a:lnSpc>
                <a:spcPct val="90000"/>
              </a:lnSpc>
              <a:spcBef>
                <a:spcPct val="0"/>
              </a:spcBef>
              <a:spcAft>
                <a:spcPts val="0"/>
              </a:spcAft>
              <a:defRPr sz="3000">
                <a:solidFill>
                  <a:schemeClr val="tx1"/>
                </a:solidFill>
              </a:defRPr>
            </a:lvl1pPr>
          </a:lstStyle>
          <a:p>
            <a:r>
              <a:rPr lang="en-US"/>
              <a:t>Click to edit Master title style</a:t>
            </a:r>
            <a:endParaRPr lang="en-US" dirty="0"/>
          </a:p>
        </p:txBody>
      </p:sp>
      <p:sp>
        <p:nvSpPr>
          <p:cNvPr id="8" name="Subtitle 2"/>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1000"/>
              </a:spcBef>
              <a:spcAft>
                <a:spcPts val="0"/>
              </a:spcAft>
              <a:buFont typeface="" panose="020B0604020202020204" pitchFamily="34" charset="0"/>
              <a:buNone/>
              <a:defRPr sz="2000" baseline="0" dirty="0">
                <a:solidFill>
                  <a:schemeClr val="tx1"/>
                </a:solidFill>
                <a:latin typeface="+mn-lt"/>
              </a:defRPr>
            </a:lvl1pPr>
          </a:lstStyle>
          <a:p>
            <a:pPr marL="182880" lvl="0" indent="-182880">
              <a:spcBef>
                <a:spcPts val="0"/>
              </a:spcBef>
            </a:pPr>
            <a:r>
              <a:rPr lang="en-US" dirty="0"/>
              <a:t>Click to add one-line subtitle</a:t>
            </a:r>
          </a:p>
        </p:txBody>
      </p:sp>
      <p:sp>
        <p:nvSpPr>
          <p:cNvPr id="12" name="Content Placeholder 3">
            <a:extLst>
              <a:ext uri="{FF2B5EF4-FFF2-40B4-BE49-F238E27FC236}">
                <a16:creationId xmlns:a16="http://schemas.microsoft.com/office/drawing/2014/main" id="{A3BBDD58-9EEC-48BC-A84C-F80FB78CB21C}"/>
              </a:ext>
            </a:extLst>
          </p:cNvPr>
          <p:cNvSpPr>
            <a:spLocks noGrp="1"/>
          </p:cNvSpPr>
          <p:nvPr>
            <p:ph sz="quarter" idx="18"/>
          </p:nvPr>
        </p:nvSpPr>
        <p:spPr>
          <a:xfrm>
            <a:off x="374904" y="1541417"/>
            <a:ext cx="11433977" cy="4730795"/>
          </a:xfrm>
          <a:prstGeom prst="rect">
            <a:avLst/>
          </a:prstGeom>
        </p:spPr>
        <p:txBody>
          <a:bodyPr lIns="0"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4">
            <a:extLst>
              <a:ext uri="{FF2B5EF4-FFF2-40B4-BE49-F238E27FC236}">
                <a16:creationId xmlns:a16="http://schemas.microsoft.com/office/drawing/2014/main" id="{42026B78-68E1-478D-8813-92F76EAC82C2}"/>
              </a:ext>
            </a:extLst>
          </p:cNvPr>
          <p:cNvSpPr>
            <a:spLocks noGrp="1"/>
          </p:cNvSpPr>
          <p:nvPr>
            <p:ph type="ftr" sz="quarter" idx="19"/>
          </p:nvPr>
        </p:nvSpPr>
        <p:spPr/>
        <p:txBody>
          <a:bodyPr/>
          <a:lstStyle>
            <a:lvl1pPr algn="r">
              <a:defRPr>
                <a:solidFill>
                  <a:schemeClr val="tx1"/>
                </a:solidFill>
              </a:defRPr>
            </a:lvl1pPr>
          </a:lstStyle>
          <a:p>
            <a:r>
              <a:rPr lang="en-US"/>
              <a:t>Confidential | Authorized HPE partner use only</a:t>
            </a:r>
            <a:endParaRPr lang="en-US" dirty="0"/>
          </a:p>
        </p:txBody>
      </p:sp>
      <p:sp>
        <p:nvSpPr>
          <p:cNvPr id="3" name="Slide Number Placeholder 5">
            <a:extLst>
              <a:ext uri="{FF2B5EF4-FFF2-40B4-BE49-F238E27FC236}">
                <a16:creationId xmlns:a16="http://schemas.microsoft.com/office/drawing/2014/main" id="{B8A2B8FB-372C-42B9-B280-9D39EC303B0B}"/>
              </a:ext>
            </a:extLst>
          </p:cNvPr>
          <p:cNvSpPr>
            <a:spLocks noGrp="1"/>
          </p:cNvSpPr>
          <p:nvPr>
            <p:ph type="sldNum" sz="quarter" idx="20"/>
          </p:nvPr>
        </p:nvSpPr>
        <p:spPr/>
        <p:txBody>
          <a:bodyPr/>
          <a:lstStyle>
            <a:lvl1pPr>
              <a:defRPr>
                <a:solidFill>
                  <a:schemeClr val="tx1"/>
                </a:solidFill>
              </a:defRPr>
            </a:lvl1pPr>
          </a:lstStyle>
          <a:p>
            <a:pPr defTabSz="1088421"/>
            <a:fld id="{104FC826-72BB-4AF1-BA01-A94F7396A7DC}" type="slidenum">
              <a:rPr lang="en-US" smtClean="0"/>
              <a:pPr defTabSz="1088421"/>
              <a:t>‹#›</a:t>
            </a:fld>
            <a:endParaRPr lang="en-US" dirty="0"/>
          </a:p>
        </p:txBody>
      </p:sp>
    </p:spTree>
    <p:extLst>
      <p:ext uri="{BB962C8B-B14F-4D97-AF65-F5344CB8AC3E}">
        <p14:creationId xmlns:p14="http://schemas.microsoft.com/office/powerpoint/2010/main" val="1498586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2), Sub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8B93E-9AAB-D047-1D10-C52AC4536AD4}"/>
              </a:ext>
            </a:extLst>
          </p:cNvPr>
          <p:cNvSpPr>
            <a:spLocks noGrp="1"/>
          </p:cNvSpPr>
          <p:nvPr>
            <p:ph type="title" hasCustomPrompt="1"/>
          </p:nvPr>
        </p:nvSpPr>
        <p:spPr>
          <a:xfrm>
            <a:off x="374904" y="393192"/>
            <a:ext cx="11442628" cy="775846"/>
          </a:xfrm>
        </p:spPr>
        <p:txBody>
          <a:bodyPr bIns="0" anchor="t"/>
          <a:lstStyle>
            <a:lvl1pPr>
              <a:defRPr b="0">
                <a:solidFill>
                  <a:schemeClr val="tx1"/>
                </a:solidFill>
              </a:defRPr>
            </a:lvl1pPr>
          </a:lstStyle>
          <a:p>
            <a:r>
              <a:rPr lang="en-US" dirty="0"/>
              <a:t>Click to add</a:t>
            </a:r>
            <a:br>
              <a:rPr lang="en-US" dirty="0"/>
            </a:br>
            <a:r>
              <a:rPr lang="en-US" dirty="0"/>
              <a:t>two-line title</a:t>
            </a:r>
          </a:p>
        </p:txBody>
      </p:sp>
      <p:sp>
        <p:nvSpPr>
          <p:cNvPr id="7" name="Subtitle 2">
            <a:extLst>
              <a:ext uri="{FF2B5EF4-FFF2-40B4-BE49-F238E27FC236}">
                <a16:creationId xmlns:a16="http://schemas.microsoft.com/office/drawing/2014/main" id="{C95F41DF-93F3-CDC9-2F09-5645DCF4B138}"/>
              </a:ext>
            </a:extLst>
          </p:cNvPr>
          <p:cNvSpPr>
            <a:spLocks noGrp="1"/>
          </p:cNvSpPr>
          <p:nvPr>
            <p:ph type="body" sz="quarter" idx="13" hasCustomPrompt="1"/>
          </p:nvPr>
        </p:nvSpPr>
        <p:spPr>
          <a:xfrm>
            <a:off x="374904" y="1216152"/>
            <a:ext cx="11433978" cy="369486"/>
          </a:xfrm>
          <a:prstGeom prst="rect">
            <a:avLst/>
          </a:prstGeom>
        </p:spPr>
        <p:txBody>
          <a:bodyPr tIns="0"/>
          <a:lstStyle>
            <a:lvl1pPr>
              <a:defRPr sz="2000">
                <a:solidFill>
                  <a:schemeClr val="tx1"/>
                </a:solidFill>
                <a:latin typeface="+mn-lt"/>
              </a:defRPr>
            </a:lvl1pPr>
          </a:lstStyle>
          <a:p>
            <a:pPr marL="182880" lvl="0" indent="-182880">
              <a:spcBef>
                <a:spcPts val="0"/>
              </a:spcBef>
            </a:pPr>
            <a:r>
              <a:rPr lang="en-US" dirty="0"/>
              <a:t>Click to add one-line subtitle</a:t>
            </a:r>
          </a:p>
        </p:txBody>
      </p:sp>
      <p:sp>
        <p:nvSpPr>
          <p:cNvPr id="4" name="Content Placeholder 3">
            <a:extLst>
              <a:ext uri="{FF2B5EF4-FFF2-40B4-BE49-F238E27FC236}">
                <a16:creationId xmlns:a16="http://schemas.microsoft.com/office/drawing/2014/main" id="{AA8B383B-1E87-87BA-8652-6B7B1E2F64DB}"/>
              </a:ext>
            </a:extLst>
          </p:cNvPr>
          <p:cNvSpPr>
            <a:spLocks noGrp="1"/>
          </p:cNvSpPr>
          <p:nvPr>
            <p:ph sz="quarter" idx="19"/>
          </p:nvPr>
        </p:nvSpPr>
        <p:spPr>
          <a:xfrm>
            <a:off x="374904" y="1920874"/>
            <a:ext cx="11433977" cy="4358006"/>
          </a:xfrm>
          <a:prstGeom prst="rect">
            <a:avLst/>
          </a:prstGeom>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88B1FDE8-1311-7248-18A8-D4800084C25E}"/>
              </a:ext>
            </a:extLst>
          </p:cNvPr>
          <p:cNvSpPr>
            <a:spLocks noGrp="1"/>
          </p:cNvSpPr>
          <p:nvPr>
            <p:ph type="ftr" sz="quarter" idx="14"/>
          </p:nvPr>
        </p:nvSpPr>
        <p:spPr/>
        <p:txBody>
          <a:bodyPr/>
          <a:lstStyle>
            <a:lvl1pPr>
              <a:defRPr>
                <a:solidFill>
                  <a:schemeClr val="tx1"/>
                </a:solidFill>
                <a:latin typeface="+mn-lt"/>
              </a:defRPr>
            </a:lvl1pPr>
          </a:lstStyle>
          <a:p>
            <a:pPr algn="r"/>
            <a:r>
              <a:rPr lang="en-US"/>
              <a:t>Confidential | Authorized HPE partner use only</a:t>
            </a:r>
            <a:endParaRPr lang="en-US" dirty="0"/>
          </a:p>
        </p:txBody>
      </p:sp>
      <p:sp>
        <p:nvSpPr>
          <p:cNvPr id="5" name="Slide Number Placeholder 5">
            <a:extLst>
              <a:ext uri="{FF2B5EF4-FFF2-40B4-BE49-F238E27FC236}">
                <a16:creationId xmlns:a16="http://schemas.microsoft.com/office/drawing/2014/main" id="{28A4E9F6-3410-0A4E-80C1-A550B6D95A6C}"/>
              </a:ext>
            </a:extLst>
          </p:cNvPr>
          <p:cNvSpPr>
            <a:spLocks noGrp="1"/>
          </p:cNvSpPr>
          <p:nvPr>
            <p:ph type="sldNum" sz="quarter" idx="15"/>
          </p:nvPr>
        </p:nvSpPr>
        <p:spPr/>
        <p:txBody>
          <a:bodyPr/>
          <a:lstStyle>
            <a:lvl1pPr>
              <a:defRPr>
                <a:solidFill>
                  <a:schemeClr val="tx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08407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Heading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9EDB93-5BF6-4D1D-9D5F-0E75F455E06A}"/>
              </a:ext>
            </a:extLst>
          </p:cNvPr>
          <p:cNvSpPr>
            <a:spLocks noGrp="1"/>
          </p:cNvSpPr>
          <p:nvPr>
            <p:ph type="title"/>
          </p:nvPr>
        </p:nvSpPr>
        <p:spPr>
          <a:xfrm>
            <a:off x="374904" y="393192"/>
            <a:ext cx="11433978" cy="415498"/>
          </a:xfrm>
          <a:ln w="12700" cap="flat" cmpd="sng" algn="ctr">
            <a:noFill/>
            <a:prstDash val="solid"/>
            <a:miter lim="800000"/>
            <a:headEnd type="none" w="med" len="med"/>
            <a:tailEnd type="none" w="med" len="med"/>
          </a:ln>
        </p:spPr>
        <p:txBody>
          <a:bodyPr lIns="0" tIns="0" rIns="91440" bIns="0"/>
          <a:lstStyle>
            <a:lvl1pPr>
              <a:lnSpc>
                <a:spcPct val="90000"/>
              </a:lnSpc>
              <a:spcBef>
                <a:spcPct val="0"/>
              </a:spcBef>
              <a:spcAft>
                <a:spcPts val="0"/>
              </a:spcAft>
              <a:defRPr sz="3000">
                <a:solidFill>
                  <a:schemeClr val="tx1"/>
                </a:solidFill>
              </a:defRPr>
            </a:lvl1pPr>
          </a:lstStyle>
          <a:p>
            <a:r>
              <a:rPr lang="en-US"/>
              <a:t>Click to edit Master title style</a:t>
            </a:r>
            <a:endParaRPr lang="en-US" dirty="0"/>
          </a:p>
        </p:txBody>
      </p:sp>
      <p:sp>
        <p:nvSpPr>
          <p:cNvPr id="13" name="Subtitle 2">
            <a:extLst>
              <a:ext uri="{FF2B5EF4-FFF2-40B4-BE49-F238E27FC236}">
                <a16:creationId xmlns:a16="http://schemas.microsoft.com/office/drawing/2014/main" id="{15C04D0B-D5E2-4F74-B1D6-45E2AEA840C8}"/>
              </a:ext>
            </a:extLst>
          </p:cNvPr>
          <p:cNvSpPr>
            <a:spLocks noGrp="1"/>
          </p:cNvSpPr>
          <p:nvPr>
            <p:ph type="body" sz="quarter" idx="13" hasCustomPrompt="1"/>
          </p:nvPr>
        </p:nvSpPr>
        <p:spPr>
          <a:xfrm>
            <a:off x="374904" y="854202"/>
            <a:ext cx="11433978" cy="369486"/>
          </a:xfrm>
          <a:prstGeom prst="rect">
            <a:avLst/>
          </a:prstGeom>
        </p:spPr>
        <p:txBody>
          <a:bodyPr lIns="0" tIns="0" rIns="91440" bIns="45720" anchor="ctr">
            <a:noAutofit/>
          </a:bodyPr>
          <a:lstStyle>
            <a:lvl1pPr marL="0" indent="0">
              <a:lnSpc>
                <a:spcPct val="100000"/>
              </a:lnSpc>
              <a:spcBef>
                <a:spcPts val="1000"/>
              </a:spcBef>
              <a:spcAft>
                <a:spcPts val="0"/>
              </a:spcAft>
              <a:buFont typeface="" panose="020B0604020202020204" pitchFamily="34" charset="0"/>
              <a:buNone/>
              <a:defRPr sz="2000" baseline="0">
                <a:solidFill>
                  <a:schemeClr val="tx1"/>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subtitle</a:t>
            </a:r>
          </a:p>
        </p:txBody>
      </p:sp>
      <p:sp>
        <p:nvSpPr>
          <p:cNvPr id="19" name="Heading 3"/>
          <p:cNvSpPr>
            <a:spLocks noGrp="1"/>
          </p:cNvSpPr>
          <p:nvPr>
            <p:ph type="body" sz="quarter" idx="18" hasCustomPrompt="1"/>
          </p:nvPr>
        </p:nvSpPr>
        <p:spPr>
          <a:xfrm>
            <a:off x="374902" y="1526183"/>
            <a:ext cx="11433977" cy="369486"/>
          </a:xfrm>
          <a:prstGeom prst="rect">
            <a:avLst/>
          </a:prstGeom>
        </p:spPr>
        <p:txBody>
          <a:bodyPr lIns="0" tIns="0" rIns="91440" bIns="45720">
            <a:noAutofit/>
          </a:bodyPr>
          <a:lstStyle>
            <a:lvl1pPr marL="0" indent="0">
              <a:lnSpc>
                <a:spcPct val="100000"/>
              </a:lnSpc>
              <a:spcBef>
                <a:spcPts val="1000"/>
              </a:spcBef>
              <a:spcAft>
                <a:spcPts val="0"/>
              </a:spcAft>
              <a:buNone/>
              <a:defRPr sz="2000" b="1" baseline="0">
                <a:solidFill>
                  <a:schemeClr val="tx1"/>
                </a:solidFill>
                <a:latin typeface="+mj-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14" name="Content Placeholder 4">
            <a:extLst>
              <a:ext uri="{FF2B5EF4-FFF2-40B4-BE49-F238E27FC236}">
                <a16:creationId xmlns:a16="http://schemas.microsoft.com/office/drawing/2014/main" id="{D60021C6-A6F0-40F0-A299-B8269BE0F492}"/>
              </a:ext>
            </a:extLst>
          </p:cNvPr>
          <p:cNvSpPr>
            <a:spLocks noGrp="1"/>
          </p:cNvSpPr>
          <p:nvPr>
            <p:ph sz="quarter" idx="19"/>
          </p:nvPr>
        </p:nvSpPr>
        <p:spPr>
          <a:xfrm>
            <a:off x="374904" y="1920874"/>
            <a:ext cx="11433977" cy="4358006"/>
          </a:xfrm>
          <a:prstGeom prst="rect">
            <a:avLst/>
          </a:prstGeom>
        </p:spPr>
        <p:txBody>
          <a:bodyPr lIns="0"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5">
            <a:extLst>
              <a:ext uri="{FF2B5EF4-FFF2-40B4-BE49-F238E27FC236}">
                <a16:creationId xmlns:a16="http://schemas.microsoft.com/office/drawing/2014/main" id="{3EA3E28B-F7AC-49D0-8E77-F09CC76C6D4C}"/>
              </a:ext>
            </a:extLst>
          </p:cNvPr>
          <p:cNvSpPr>
            <a:spLocks noGrp="1"/>
          </p:cNvSpPr>
          <p:nvPr>
            <p:ph type="ftr" sz="quarter" idx="20"/>
          </p:nvPr>
        </p:nvSpPr>
        <p:spPr/>
        <p:txBody>
          <a:bodyPr/>
          <a:lstStyle>
            <a:lvl1pPr algn="r">
              <a:defRPr>
                <a:solidFill>
                  <a:schemeClr val="tx1"/>
                </a:solidFill>
              </a:defRPr>
            </a:lvl1pPr>
          </a:lstStyle>
          <a:p>
            <a:r>
              <a:rPr lang="en-US"/>
              <a:t>Confidential | Authorized HPE partner use only</a:t>
            </a:r>
            <a:endParaRPr lang="en-US" dirty="0"/>
          </a:p>
        </p:txBody>
      </p:sp>
      <p:sp>
        <p:nvSpPr>
          <p:cNvPr id="3" name="Slide Number Placeholder 6">
            <a:extLst>
              <a:ext uri="{FF2B5EF4-FFF2-40B4-BE49-F238E27FC236}">
                <a16:creationId xmlns:a16="http://schemas.microsoft.com/office/drawing/2014/main" id="{9D217CA8-FB11-4E4A-BBCD-EE7B837F4D7D}"/>
              </a:ext>
            </a:extLst>
          </p:cNvPr>
          <p:cNvSpPr>
            <a:spLocks noGrp="1"/>
          </p:cNvSpPr>
          <p:nvPr>
            <p:ph type="sldNum" sz="quarter" idx="21"/>
          </p:nvPr>
        </p:nvSpPr>
        <p:spPr/>
        <p:txBody>
          <a:bodyPr/>
          <a:lstStyle>
            <a:lvl1pPr>
              <a:defRPr>
                <a:solidFill>
                  <a:schemeClr val="tx1"/>
                </a:solidFill>
              </a:defRPr>
            </a:lvl1pPr>
          </a:lstStyle>
          <a:p>
            <a:pPr defTabSz="1088421"/>
            <a:fld id="{104FC826-72BB-4AF1-BA01-A94F7396A7DC}" type="slidenum">
              <a:rPr lang="en-US" smtClean="0"/>
              <a:pPr defTabSz="1088421"/>
              <a:t>‹#›</a:t>
            </a:fld>
            <a:endParaRPr lang="en-US" dirty="0"/>
          </a:p>
        </p:txBody>
      </p:sp>
    </p:spTree>
    <p:extLst>
      <p:ext uri="{BB962C8B-B14F-4D97-AF65-F5344CB8AC3E}">
        <p14:creationId xmlns:p14="http://schemas.microsoft.com/office/powerpoint/2010/main" val="2251658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4243D16-78B0-BF7E-7EE9-B51138BA7C68}"/>
              </a:ext>
            </a:extLst>
          </p:cNvPr>
          <p:cNvSpPr>
            <a:spLocks noGrp="1"/>
          </p:cNvSpPr>
          <p:nvPr>
            <p:ph type="title"/>
          </p:nvPr>
        </p:nvSpPr>
        <p:spPr/>
        <p:txBody>
          <a:bodyPr/>
          <a:lstStyle/>
          <a:p>
            <a:r>
              <a:rPr lang="en-US"/>
              <a:t>Click to edit Master title style</a:t>
            </a:r>
          </a:p>
        </p:txBody>
      </p:sp>
      <p:sp>
        <p:nvSpPr>
          <p:cNvPr id="15" name="Content Placeholder 2"/>
          <p:cNvSpPr>
            <a:spLocks noGrp="1"/>
          </p:cNvSpPr>
          <p:nvPr>
            <p:ph sz="quarter" idx="17"/>
          </p:nvPr>
        </p:nvSpPr>
        <p:spPr>
          <a:xfrm>
            <a:off x="385100" y="1165860"/>
            <a:ext cx="5523992" cy="5100637"/>
          </a:xfrm>
          <a:prstGeom prst="rect">
            <a:avLst/>
          </a:prstGeo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18"/>
          </p:nvPr>
        </p:nvSpPr>
        <p:spPr>
          <a:xfrm>
            <a:off x="6260021" y="1165860"/>
            <a:ext cx="5523992" cy="5100637"/>
          </a:xfrm>
          <a:prstGeom prst="rect">
            <a:avLst/>
          </a:prstGeo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4">
            <a:extLst>
              <a:ext uri="{FF2B5EF4-FFF2-40B4-BE49-F238E27FC236}">
                <a16:creationId xmlns:a16="http://schemas.microsoft.com/office/drawing/2014/main" id="{57BAE68A-27A7-6C3D-4142-7F3922D49B35}"/>
              </a:ext>
            </a:extLst>
          </p:cNvPr>
          <p:cNvSpPr>
            <a:spLocks noGrp="1"/>
          </p:cNvSpPr>
          <p:nvPr>
            <p:ph type="ftr" sz="quarter" idx="19"/>
          </p:nvPr>
        </p:nvSpPr>
        <p:spPr/>
        <p:txBody>
          <a:bodyPr/>
          <a:lstStyle/>
          <a:p>
            <a:pPr algn="r"/>
            <a:r>
              <a:rPr lang="en-US"/>
              <a:t>Confidential | Authorized HPE partner use only</a:t>
            </a:r>
            <a:endParaRPr lang="en-US" dirty="0"/>
          </a:p>
        </p:txBody>
      </p:sp>
      <p:sp>
        <p:nvSpPr>
          <p:cNvPr id="5" name="Slide Number Placeholder 5">
            <a:extLst>
              <a:ext uri="{FF2B5EF4-FFF2-40B4-BE49-F238E27FC236}">
                <a16:creationId xmlns:a16="http://schemas.microsoft.com/office/drawing/2014/main" id="{99444F98-C525-C008-1B46-B4DCF8808DE4}"/>
              </a:ext>
            </a:extLst>
          </p:cNvPr>
          <p:cNvSpPr>
            <a:spLocks noGrp="1"/>
          </p:cNvSpPr>
          <p:nvPr>
            <p:ph type="sldNum" sz="quarter" idx="20"/>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434827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2) and 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974DB35-5793-0F87-263A-3DF2B2C452D3}"/>
              </a:ext>
            </a:extLst>
          </p:cNvPr>
          <p:cNvSpPr>
            <a:spLocks noGrp="1"/>
          </p:cNvSpPr>
          <p:nvPr>
            <p:ph type="title" hasCustomPrompt="1"/>
          </p:nvPr>
        </p:nvSpPr>
        <p:spPr>
          <a:xfrm>
            <a:off x="374904" y="393192"/>
            <a:ext cx="11442628" cy="775846"/>
          </a:xfrm>
        </p:spPr>
        <p:txBody>
          <a:bodyPr lIns="0" tIns="0" rIns="91440" bIns="0"/>
          <a:lstStyle>
            <a:lvl1pPr>
              <a:lnSpc>
                <a:spcPct val="90000"/>
              </a:lnSpc>
              <a:spcBef>
                <a:spcPct val="0"/>
              </a:spcBef>
              <a:spcAft>
                <a:spcPts val="0"/>
              </a:spcAft>
              <a:defRPr sz="3000">
                <a:solidFill>
                  <a:schemeClr val="tx1"/>
                </a:solidFill>
              </a:defRPr>
            </a:lvl1pPr>
          </a:lstStyle>
          <a:p>
            <a:r>
              <a:rPr lang="en-US" dirty="0"/>
              <a:t>Click to add</a:t>
            </a:r>
            <a:br>
              <a:rPr lang="en-US" dirty="0"/>
            </a:br>
            <a:r>
              <a:rPr lang="en-US" dirty="0"/>
              <a:t>two-line title</a:t>
            </a:r>
          </a:p>
        </p:txBody>
      </p:sp>
      <p:sp>
        <p:nvSpPr>
          <p:cNvPr id="21" name="Content Placeholder 2">
            <a:extLst>
              <a:ext uri="{FF2B5EF4-FFF2-40B4-BE49-F238E27FC236}">
                <a16:creationId xmlns:a16="http://schemas.microsoft.com/office/drawing/2014/main" id="{790CE829-C5DB-4D0F-8D68-9F31A94FC42A}"/>
              </a:ext>
            </a:extLst>
          </p:cNvPr>
          <p:cNvSpPr>
            <a:spLocks noGrp="1"/>
          </p:cNvSpPr>
          <p:nvPr>
            <p:ph sz="quarter" idx="22"/>
          </p:nvPr>
        </p:nvSpPr>
        <p:spPr>
          <a:xfrm>
            <a:off x="374904" y="1541418"/>
            <a:ext cx="5523992" cy="4729842"/>
          </a:xfrm>
          <a:prstGeom prst="rect">
            <a:avLst/>
          </a:prstGeom>
          <a:ln>
            <a:noFill/>
            <a:miter lim="800000"/>
          </a:ln>
        </p:spPr>
        <p:txBody>
          <a:bodyPr lIns="0" tIns="45720" rIns="91440" bIns="45720"/>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Content Placeholder 3">
            <a:extLst>
              <a:ext uri="{FF2B5EF4-FFF2-40B4-BE49-F238E27FC236}">
                <a16:creationId xmlns:a16="http://schemas.microsoft.com/office/drawing/2014/main" id="{C2D9C38D-0C96-4F06-9088-13547C056F33}"/>
              </a:ext>
            </a:extLst>
          </p:cNvPr>
          <p:cNvSpPr>
            <a:spLocks noGrp="1"/>
          </p:cNvSpPr>
          <p:nvPr>
            <p:ph sz="quarter" idx="25"/>
          </p:nvPr>
        </p:nvSpPr>
        <p:spPr>
          <a:xfrm>
            <a:off x="6260021" y="1541417"/>
            <a:ext cx="5523992" cy="4729841"/>
          </a:xfrm>
          <a:prstGeom prst="rect">
            <a:avLst/>
          </a:prstGeom>
          <a:ln>
            <a:noFill/>
            <a:miter lim="800000"/>
          </a:ln>
        </p:spPr>
        <p:txBody>
          <a:bodyPr lIns="0" tIns="45720" rIns="0" bIns="45720"/>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a:extLst>
              <a:ext uri="{FF2B5EF4-FFF2-40B4-BE49-F238E27FC236}">
                <a16:creationId xmlns:a16="http://schemas.microsoft.com/office/drawing/2014/main" id="{401D58A9-ACB6-18F7-EA6C-D39468541C2F}"/>
              </a:ext>
            </a:extLst>
          </p:cNvPr>
          <p:cNvSpPr>
            <a:spLocks noGrp="1"/>
          </p:cNvSpPr>
          <p:nvPr>
            <p:ph type="ftr" sz="quarter" idx="26"/>
          </p:nvPr>
        </p:nvSpPr>
        <p:spPr/>
        <p:txBody>
          <a:bodyPr/>
          <a:lstStyle>
            <a:lvl1pPr>
              <a:defRPr>
                <a:solidFill>
                  <a:schemeClr val="tx1"/>
                </a:solidFill>
              </a:defRPr>
            </a:lvl1pPr>
          </a:lstStyle>
          <a:p>
            <a:pPr algn="r"/>
            <a:r>
              <a:rPr lang="en-US"/>
              <a:t>Confidential | Authorized HPE partner use only</a:t>
            </a:r>
            <a:endParaRPr lang="en-US" dirty="0"/>
          </a:p>
        </p:txBody>
      </p:sp>
      <p:sp>
        <p:nvSpPr>
          <p:cNvPr id="7" name="Slide Number Placeholder 5">
            <a:extLst>
              <a:ext uri="{FF2B5EF4-FFF2-40B4-BE49-F238E27FC236}">
                <a16:creationId xmlns:a16="http://schemas.microsoft.com/office/drawing/2014/main" id="{56693A83-2C34-7CA2-21A7-C377B3F9D1C2}"/>
              </a:ext>
            </a:extLst>
          </p:cNvPr>
          <p:cNvSpPr>
            <a:spLocks noGrp="1"/>
          </p:cNvSpPr>
          <p:nvPr>
            <p:ph type="sldNum" sz="quarter" idx="27"/>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854413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Subtitl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974DB35-5793-0F87-263A-3DF2B2C452D3}"/>
              </a:ext>
            </a:extLst>
          </p:cNvPr>
          <p:cNvSpPr>
            <a:spLocks noGrp="1"/>
          </p:cNvSpPr>
          <p:nvPr>
            <p:ph type="title"/>
          </p:nvPr>
        </p:nvSpPr>
        <p:spPr>
          <a:xfrm>
            <a:off x="374904" y="393192"/>
            <a:ext cx="11433978" cy="415498"/>
          </a:xfrm>
        </p:spPr>
        <p:txBody>
          <a:bodyPr lIns="0" tIns="0" rIns="91440" bIns="0"/>
          <a:lstStyle>
            <a:lvl1pPr>
              <a:lnSpc>
                <a:spcPct val="90000"/>
              </a:lnSpc>
              <a:spcBef>
                <a:spcPct val="0"/>
              </a:spcBef>
              <a:spcAft>
                <a:spcPts val="0"/>
              </a:spcAft>
              <a:defRPr sz="3000">
                <a:solidFill>
                  <a:schemeClr val="tx1"/>
                </a:solidFill>
              </a:defRPr>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BE367876-B551-4115-B469-74C12D0C1CE4}"/>
              </a:ext>
            </a:extLst>
          </p:cNvPr>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0"/>
              </a:spcBef>
              <a:spcAft>
                <a:spcPts val="0"/>
              </a:spcAft>
              <a:buNone/>
              <a:defRPr sz="2000" baseline="0" dirty="0">
                <a:solidFill>
                  <a:schemeClr val="tx1"/>
                </a:solidFill>
                <a:latin typeface="+mn-lt"/>
              </a:defRPr>
            </a:lvl1pPr>
          </a:lstStyle>
          <a:p>
            <a:pPr marL="182880" lvl="0" indent="-182880">
              <a:spcBef>
                <a:spcPts val="0"/>
              </a:spcBef>
            </a:pPr>
            <a:r>
              <a:rPr lang="en-US" dirty="0"/>
              <a:t>Click to add one-line subtitle</a:t>
            </a:r>
          </a:p>
        </p:txBody>
      </p:sp>
      <p:sp>
        <p:nvSpPr>
          <p:cNvPr id="21" name="Content Placeholder 3">
            <a:extLst>
              <a:ext uri="{FF2B5EF4-FFF2-40B4-BE49-F238E27FC236}">
                <a16:creationId xmlns:a16="http://schemas.microsoft.com/office/drawing/2014/main" id="{790CE829-C5DB-4D0F-8D68-9F31A94FC42A}"/>
              </a:ext>
            </a:extLst>
          </p:cNvPr>
          <p:cNvSpPr>
            <a:spLocks noGrp="1"/>
          </p:cNvSpPr>
          <p:nvPr>
            <p:ph sz="quarter" idx="22"/>
          </p:nvPr>
        </p:nvSpPr>
        <p:spPr>
          <a:xfrm>
            <a:off x="374904" y="1541418"/>
            <a:ext cx="5523992" cy="4737462"/>
          </a:xfrm>
          <a:prstGeom prst="rect">
            <a:avLst/>
          </a:prstGeom>
          <a:ln>
            <a:noFill/>
            <a:miter lim="800000"/>
          </a:ln>
        </p:spPr>
        <p:txBody>
          <a:bodyPr lIns="0" tIns="45720" rIns="91440" bIns="4572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Content Placeholder 4">
            <a:extLst>
              <a:ext uri="{FF2B5EF4-FFF2-40B4-BE49-F238E27FC236}">
                <a16:creationId xmlns:a16="http://schemas.microsoft.com/office/drawing/2014/main" id="{C2D9C38D-0C96-4F06-9088-13547C056F33}"/>
              </a:ext>
            </a:extLst>
          </p:cNvPr>
          <p:cNvSpPr>
            <a:spLocks noGrp="1"/>
          </p:cNvSpPr>
          <p:nvPr>
            <p:ph sz="quarter" idx="25"/>
          </p:nvPr>
        </p:nvSpPr>
        <p:spPr>
          <a:xfrm>
            <a:off x="6260021" y="1541418"/>
            <a:ext cx="5523992" cy="4737462"/>
          </a:xfrm>
          <a:prstGeom prst="rect">
            <a:avLst/>
          </a:prstGeom>
          <a:ln>
            <a:noFill/>
            <a:miter lim="800000"/>
          </a:ln>
        </p:spPr>
        <p:txBody>
          <a:bodyPr lIns="0" tIns="45720" rIns="0" bIns="45720"/>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401D58A9-ACB6-18F7-EA6C-D39468541C2F}"/>
              </a:ext>
            </a:extLst>
          </p:cNvPr>
          <p:cNvSpPr>
            <a:spLocks noGrp="1"/>
          </p:cNvSpPr>
          <p:nvPr>
            <p:ph type="ftr" sz="quarter" idx="26"/>
          </p:nvPr>
        </p:nvSpPr>
        <p:spPr/>
        <p:txBody>
          <a:bodyPr/>
          <a:lstStyle>
            <a:lvl1pPr>
              <a:defRPr>
                <a:solidFill>
                  <a:schemeClr val="tx1"/>
                </a:solidFill>
              </a:defRPr>
            </a:lvl1pPr>
          </a:lstStyle>
          <a:p>
            <a:pPr algn="r"/>
            <a:r>
              <a:rPr lang="en-US"/>
              <a:t>Confidential | Authorized HPE partner use only</a:t>
            </a:r>
            <a:endParaRPr lang="en-US" dirty="0"/>
          </a:p>
        </p:txBody>
      </p:sp>
      <p:sp>
        <p:nvSpPr>
          <p:cNvPr id="7" name="Slide Number Placeholder 6">
            <a:extLst>
              <a:ext uri="{FF2B5EF4-FFF2-40B4-BE49-F238E27FC236}">
                <a16:creationId xmlns:a16="http://schemas.microsoft.com/office/drawing/2014/main" id="{56693A83-2C34-7CA2-21A7-C377B3F9D1C2}"/>
              </a:ext>
            </a:extLst>
          </p:cNvPr>
          <p:cNvSpPr>
            <a:spLocks noGrp="1"/>
          </p:cNvSpPr>
          <p:nvPr>
            <p:ph type="sldNum" sz="quarter" idx="27"/>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857092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2), Subtitle and 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974DB35-5793-0F87-263A-3DF2B2C452D3}"/>
              </a:ext>
            </a:extLst>
          </p:cNvPr>
          <p:cNvSpPr>
            <a:spLocks noGrp="1"/>
          </p:cNvSpPr>
          <p:nvPr>
            <p:ph type="title" hasCustomPrompt="1"/>
          </p:nvPr>
        </p:nvSpPr>
        <p:spPr>
          <a:xfrm>
            <a:off x="374904" y="393192"/>
            <a:ext cx="11442628" cy="775846"/>
          </a:xfrm>
        </p:spPr>
        <p:txBody>
          <a:bodyPr lIns="0" tIns="0" rIns="91440" bIns="0"/>
          <a:lstStyle>
            <a:lvl1pPr>
              <a:lnSpc>
                <a:spcPct val="90000"/>
              </a:lnSpc>
              <a:spcBef>
                <a:spcPct val="0"/>
              </a:spcBef>
              <a:spcAft>
                <a:spcPts val="0"/>
              </a:spcAft>
              <a:defRPr sz="3000">
                <a:solidFill>
                  <a:schemeClr val="tx1"/>
                </a:solidFill>
              </a:defRPr>
            </a:lvl1pPr>
          </a:lstStyle>
          <a:p>
            <a:r>
              <a:rPr lang="en-US" dirty="0"/>
              <a:t>Click to add</a:t>
            </a:r>
            <a:br>
              <a:rPr lang="en-US" dirty="0"/>
            </a:br>
            <a:r>
              <a:rPr lang="en-US" dirty="0"/>
              <a:t>two-line title</a:t>
            </a:r>
          </a:p>
        </p:txBody>
      </p:sp>
      <p:sp>
        <p:nvSpPr>
          <p:cNvPr id="15" name="Subtitle 2">
            <a:extLst>
              <a:ext uri="{FF2B5EF4-FFF2-40B4-BE49-F238E27FC236}">
                <a16:creationId xmlns:a16="http://schemas.microsoft.com/office/drawing/2014/main" id="{BE367876-B551-4115-B469-74C12D0C1CE4}"/>
              </a:ext>
            </a:extLst>
          </p:cNvPr>
          <p:cNvSpPr>
            <a:spLocks noGrp="1"/>
          </p:cNvSpPr>
          <p:nvPr>
            <p:ph type="body" sz="quarter" idx="13" hasCustomPrompt="1"/>
          </p:nvPr>
        </p:nvSpPr>
        <p:spPr>
          <a:xfrm>
            <a:off x="374904" y="1216152"/>
            <a:ext cx="11442628" cy="369486"/>
          </a:xfrm>
          <a:prstGeom prst="rect">
            <a:avLst/>
          </a:prstGeom>
        </p:spPr>
        <p:txBody>
          <a:bodyPr vert="horz" lIns="0" tIns="0" rIns="0" bIns="45720" rtlCol="0" anchor="ctr">
            <a:noAutofit/>
          </a:bodyPr>
          <a:lstStyle>
            <a:lvl1pPr marL="0" indent="0">
              <a:lnSpc>
                <a:spcPct val="100000"/>
              </a:lnSpc>
              <a:spcBef>
                <a:spcPts val="0"/>
              </a:spcBef>
              <a:spcAft>
                <a:spcPts val="0"/>
              </a:spcAft>
              <a:buNone/>
              <a:defRPr sz="2000" baseline="0" dirty="0">
                <a:solidFill>
                  <a:schemeClr val="tx1"/>
                </a:solidFill>
                <a:latin typeface="+mn-lt"/>
              </a:defRPr>
            </a:lvl1pPr>
          </a:lstStyle>
          <a:p>
            <a:pPr marL="182880" lvl="0" indent="-182880">
              <a:spcBef>
                <a:spcPts val="0"/>
              </a:spcBef>
            </a:pPr>
            <a:r>
              <a:rPr lang="en-US" dirty="0"/>
              <a:t>Click to add one-line subtitle</a:t>
            </a:r>
          </a:p>
        </p:txBody>
      </p:sp>
      <p:sp>
        <p:nvSpPr>
          <p:cNvPr id="21" name="Content Placeholder 3">
            <a:extLst>
              <a:ext uri="{FF2B5EF4-FFF2-40B4-BE49-F238E27FC236}">
                <a16:creationId xmlns:a16="http://schemas.microsoft.com/office/drawing/2014/main" id="{790CE829-C5DB-4D0F-8D68-9F31A94FC42A}"/>
              </a:ext>
            </a:extLst>
          </p:cNvPr>
          <p:cNvSpPr>
            <a:spLocks noGrp="1"/>
          </p:cNvSpPr>
          <p:nvPr>
            <p:ph sz="quarter" idx="22"/>
          </p:nvPr>
        </p:nvSpPr>
        <p:spPr>
          <a:xfrm>
            <a:off x="374904" y="1888132"/>
            <a:ext cx="5523992" cy="4383127"/>
          </a:xfrm>
          <a:prstGeom prst="rect">
            <a:avLst/>
          </a:prstGeom>
          <a:ln>
            <a:noFill/>
            <a:miter lim="800000"/>
          </a:ln>
        </p:spPr>
        <p:txBody>
          <a:bodyPr lIns="0" tIns="45720" rIns="91440" bIns="4572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Content Placeholder 4">
            <a:extLst>
              <a:ext uri="{FF2B5EF4-FFF2-40B4-BE49-F238E27FC236}">
                <a16:creationId xmlns:a16="http://schemas.microsoft.com/office/drawing/2014/main" id="{C2D9C38D-0C96-4F06-9088-13547C056F33}"/>
              </a:ext>
            </a:extLst>
          </p:cNvPr>
          <p:cNvSpPr>
            <a:spLocks noGrp="1"/>
          </p:cNvSpPr>
          <p:nvPr>
            <p:ph sz="quarter" idx="25"/>
          </p:nvPr>
        </p:nvSpPr>
        <p:spPr>
          <a:xfrm>
            <a:off x="6260021" y="1888133"/>
            <a:ext cx="5523992" cy="4383126"/>
          </a:xfrm>
          <a:prstGeom prst="rect">
            <a:avLst/>
          </a:prstGeom>
          <a:ln>
            <a:noFill/>
            <a:miter lim="800000"/>
          </a:ln>
        </p:spPr>
        <p:txBody>
          <a:bodyPr lIns="0" tIns="45720" rIns="0" bIns="45720"/>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401D58A9-ACB6-18F7-EA6C-D39468541C2F}"/>
              </a:ext>
            </a:extLst>
          </p:cNvPr>
          <p:cNvSpPr>
            <a:spLocks noGrp="1"/>
          </p:cNvSpPr>
          <p:nvPr>
            <p:ph type="ftr" sz="quarter" idx="26"/>
          </p:nvPr>
        </p:nvSpPr>
        <p:spPr/>
        <p:txBody>
          <a:bodyPr/>
          <a:lstStyle>
            <a:lvl1pPr>
              <a:defRPr>
                <a:solidFill>
                  <a:schemeClr val="tx1"/>
                </a:solidFill>
              </a:defRPr>
            </a:lvl1pPr>
          </a:lstStyle>
          <a:p>
            <a:pPr algn="r"/>
            <a:r>
              <a:rPr lang="en-US"/>
              <a:t>Confidential | Authorized HPE partner use only</a:t>
            </a:r>
            <a:endParaRPr lang="en-US" dirty="0"/>
          </a:p>
        </p:txBody>
      </p:sp>
      <p:sp>
        <p:nvSpPr>
          <p:cNvPr id="7" name="Slide Number Placeholder 6">
            <a:extLst>
              <a:ext uri="{FF2B5EF4-FFF2-40B4-BE49-F238E27FC236}">
                <a16:creationId xmlns:a16="http://schemas.microsoft.com/office/drawing/2014/main" id="{56693A83-2C34-7CA2-21A7-C377B3F9D1C2}"/>
              </a:ext>
            </a:extLst>
          </p:cNvPr>
          <p:cNvSpPr>
            <a:spLocks noGrp="1"/>
          </p:cNvSpPr>
          <p:nvPr>
            <p:ph type="sldNum" sz="quarter" idx="27"/>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716918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and Headings">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3A8584B-E718-4F58-9AF1-BDBF5AD7FFFE}"/>
              </a:ext>
            </a:extLst>
          </p:cNvPr>
          <p:cNvSpPr>
            <a:spLocks noGrp="1"/>
          </p:cNvSpPr>
          <p:nvPr>
            <p:ph type="title"/>
          </p:nvPr>
        </p:nvSpPr>
        <p:spPr>
          <a:xfrm>
            <a:off x="374904" y="393192"/>
            <a:ext cx="11433978" cy="415498"/>
          </a:xfrm>
        </p:spPr>
        <p:txBody>
          <a:bodyPr lIns="0" tIns="0" rIns="91440" bIns="0"/>
          <a:lstStyle>
            <a:lvl1pPr>
              <a:lnSpc>
                <a:spcPct val="90000"/>
              </a:lnSpc>
              <a:spcBef>
                <a:spcPct val="0"/>
              </a:spcBef>
              <a:spcAft>
                <a:spcPts val="0"/>
              </a:spcAft>
              <a:defRPr sz="3000">
                <a:solidFill>
                  <a:schemeClr val="tx1"/>
                </a:solidFill>
              </a:defRPr>
            </a:lvl1pPr>
          </a:lstStyle>
          <a:p>
            <a:r>
              <a:rPr lang="en-US"/>
              <a:t>Click to edit Master title style</a:t>
            </a:r>
            <a:endParaRPr lang="en-US" dirty="0"/>
          </a:p>
        </p:txBody>
      </p:sp>
      <p:sp>
        <p:nvSpPr>
          <p:cNvPr id="24" name="Heading 2"/>
          <p:cNvSpPr>
            <a:spLocks noGrp="1"/>
          </p:cNvSpPr>
          <p:nvPr>
            <p:ph type="body" sz="quarter" idx="19" hasCustomPrompt="1"/>
          </p:nvPr>
        </p:nvSpPr>
        <p:spPr>
          <a:xfrm>
            <a:off x="374903" y="1129022"/>
            <a:ext cx="5523992" cy="369486"/>
          </a:xfrm>
          <a:prstGeom prst="rect">
            <a:avLst/>
          </a:prstGeom>
          <a:ln>
            <a:noFill/>
            <a:miter lim="800000"/>
          </a:ln>
        </p:spPr>
        <p:txBody>
          <a:bodyPr lIns="0" tIns="0" rIns="91440" bIns="45720">
            <a:noAutofit/>
          </a:bodyPr>
          <a:lstStyle>
            <a:lvl1pPr marL="0" indent="0">
              <a:lnSpc>
                <a:spcPct val="100000"/>
              </a:lnSpc>
              <a:spcBef>
                <a:spcPts val="1000"/>
              </a:spcBef>
              <a:spcAft>
                <a:spcPts val="0"/>
              </a:spcAft>
              <a:buNone/>
              <a:defRPr sz="2000" b="1" baseline="0">
                <a:solidFill>
                  <a:schemeClr val="tx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22" name="Content Placeholder 3"/>
          <p:cNvSpPr>
            <a:spLocks noGrp="1"/>
          </p:cNvSpPr>
          <p:nvPr>
            <p:ph sz="quarter" idx="17"/>
          </p:nvPr>
        </p:nvSpPr>
        <p:spPr>
          <a:xfrm>
            <a:off x="374904" y="1541418"/>
            <a:ext cx="5523992" cy="4729842"/>
          </a:xfrm>
          <a:prstGeom prst="rect">
            <a:avLst/>
          </a:prstGeom>
          <a:ln>
            <a:noFill/>
            <a:miter lim="800000"/>
          </a:ln>
        </p:spPr>
        <p:txBody>
          <a:bodyPr lIns="0" tIns="45720" rIns="91440" bIns="45720"/>
          <a:lstStyle>
            <a:lvl1pPr>
              <a:spcAft>
                <a:spcPts val="0"/>
              </a:spcAft>
              <a:defRPr>
                <a:solidFill>
                  <a:schemeClr val="tx1"/>
                </a:solidFill>
                <a:latin typeface="HPE Graphik" pitchFamily="50" charset="0"/>
              </a:defRPr>
            </a:lvl1pPr>
            <a:lvl2pPr>
              <a:spcAft>
                <a:spcPts val="0"/>
              </a:spcAft>
              <a:defRPr>
                <a:solidFill>
                  <a:schemeClr val="tx1"/>
                </a:solidFill>
                <a:latin typeface="HPE Graphik" pitchFamily="50" charset="0"/>
              </a:defRPr>
            </a:lvl2pPr>
            <a:lvl3pPr>
              <a:spcAft>
                <a:spcPts val="0"/>
              </a:spcAft>
              <a:defRPr>
                <a:solidFill>
                  <a:schemeClr val="tx1"/>
                </a:solidFill>
                <a:latin typeface="HPE Graphik" pitchFamily="50" charset="0"/>
              </a:defRPr>
            </a:lvl3pPr>
            <a:lvl4pPr>
              <a:spcAft>
                <a:spcPts val="0"/>
              </a:spcAft>
              <a:defRPr>
                <a:solidFill>
                  <a:schemeClr val="tx1"/>
                </a:solidFill>
                <a:latin typeface="HPE Graphik" pitchFamily="50" charset="0"/>
              </a:defRPr>
            </a:lvl4pPr>
            <a:lvl5pPr>
              <a:spcAft>
                <a:spcPts val="0"/>
              </a:spcAft>
              <a:defRPr>
                <a:solidFill>
                  <a:schemeClr val="tx1"/>
                </a:solidFill>
                <a:latin typeface="HPE Graphik" pitchFamily="50"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Heading 4"/>
          <p:cNvSpPr>
            <a:spLocks noGrp="1"/>
          </p:cNvSpPr>
          <p:nvPr>
            <p:ph type="body" sz="quarter" idx="21" hasCustomPrompt="1"/>
          </p:nvPr>
        </p:nvSpPr>
        <p:spPr>
          <a:xfrm>
            <a:off x="6260399" y="1129022"/>
            <a:ext cx="5523992" cy="369486"/>
          </a:xfrm>
          <a:prstGeom prst="rect">
            <a:avLst/>
          </a:prstGeom>
          <a:ln>
            <a:noFill/>
            <a:miter lim="800000"/>
          </a:ln>
        </p:spPr>
        <p:txBody>
          <a:bodyPr lIns="0" tIns="0" rIns="91440" bIns="45720">
            <a:noAutofit/>
          </a:bodyPr>
          <a:lstStyle>
            <a:lvl1pPr marL="0" indent="0">
              <a:lnSpc>
                <a:spcPct val="100000"/>
              </a:lnSpc>
              <a:spcBef>
                <a:spcPts val="1000"/>
              </a:spcBef>
              <a:spcAft>
                <a:spcPts val="0"/>
              </a:spcAft>
              <a:buNone/>
              <a:defRPr sz="2000" b="1" baseline="0">
                <a:solidFill>
                  <a:srgbClr val="292D3A"/>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25" name="Content Placeholder 5"/>
          <p:cNvSpPr>
            <a:spLocks noGrp="1"/>
          </p:cNvSpPr>
          <p:nvPr>
            <p:ph sz="quarter" idx="20"/>
          </p:nvPr>
        </p:nvSpPr>
        <p:spPr>
          <a:xfrm>
            <a:off x="6260021" y="1541418"/>
            <a:ext cx="5523992" cy="4729842"/>
          </a:xfrm>
          <a:prstGeom prst="rect">
            <a:avLst/>
          </a:prstGeom>
          <a:ln>
            <a:noFill/>
            <a:miter lim="800000"/>
          </a:ln>
        </p:spPr>
        <p:txBody>
          <a:bodyPr lIns="0" tIns="45720" rIns="0" bIns="45720"/>
          <a:lstStyle>
            <a:lvl1pPr>
              <a:spcAft>
                <a:spcPts val="0"/>
              </a:spcAft>
              <a:defRPr>
                <a:solidFill>
                  <a:srgbClr val="292D3A"/>
                </a:solidFill>
                <a:latin typeface="HPE Graphik" pitchFamily="50" charset="0"/>
              </a:defRPr>
            </a:lvl1pPr>
            <a:lvl2pPr>
              <a:spcAft>
                <a:spcPts val="0"/>
              </a:spcAft>
              <a:defRPr>
                <a:solidFill>
                  <a:srgbClr val="292D3A"/>
                </a:solidFill>
                <a:latin typeface="HPE Graphik" pitchFamily="50" charset="0"/>
              </a:defRPr>
            </a:lvl2pPr>
            <a:lvl3pPr>
              <a:spcAft>
                <a:spcPts val="0"/>
              </a:spcAft>
              <a:defRPr>
                <a:solidFill>
                  <a:srgbClr val="292D3A"/>
                </a:solidFill>
                <a:latin typeface="HPE Graphik" pitchFamily="50" charset="0"/>
              </a:defRPr>
            </a:lvl3pPr>
            <a:lvl4pPr>
              <a:spcAft>
                <a:spcPts val="0"/>
              </a:spcAft>
              <a:defRPr>
                <a:solidFill>
                  <a:srgbClr val="292D3A"/>
                </a:solidFill>
                <a:latin typeface="HPE Graphik" pitchFamily="50" charset="0"/>
              </a:defRPr>
            </a:lvl4pPr>
            <a:lvl5pPr>
              <a:spcAft>
                <a:spcPts val="0"/>
              </a:spcAft>
              <a:defRPr>
                <a:solidFill>
                  <a:srgbClr val="292D3A"/>
                </a:solidFill>
                <a:latin typeface="HPE Graphik" pitchFamily="50"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6">
            <a:extLst>
              <a:ext uri="{FF2B5EF4-FFF2-40B4-BE49-F238E27FC236}">
                <a16:creationId xmlns:a16="http://schemas.microsoft.com/office/drawing/2014/main" id="{6A21F8B9-A226-C863-E39B-92687650DAAD}"/>
              </a:ext>
            </a:extLst>
          </p:cNvPr>
          <p:cNvSpPr>
            <a:spLocks noGrp="1"/>
          </p:cNvSpPr>
          <p:nvPr>
            <p:ph type="ftr" sz="quarter" idx="22"/>
          </p:nvPr>
        </p:nvSpPr>
        <p:spPr/>
        <p:txBody>
          <a:bodyPr/>
          <a:lstStyle>
            <a:lvl1pPr>
              <a:defRPr>
                <a:solidFill>
                  <a:schemeClr val="tx1"/>
                </a:solidFill>
              </a:defRPr>
            </a:lvl1pPr>
          </a:lstStyle>
          <a:p>
            <a:pPr algn="r"/>
            <a:r>
              <a:rPr lang="en-US"/>
              <a:t>Confidential | Authorized HPE partner use only</a:t>
            </a:r>
            <a:endParaRPr lang="en-US" dirty="0"/>
          </a:p>
        </p:txBody>
      </p:sp>
      <p:sp>
        <p:nvSpPr>
          <p:cNvPr id="6" name="Slide Number Placeholder 7">
            <a:extLst>
              <a:ext uri="{FF2B5EF4-FFF2-40B4-BE49-F238E27FC236}">
                <a16:creationId xmlns:a16="http://schemas.microsoft.com/office/drawing/2014/main" id="{C22C88C5-7051-4300-5EDA-B8F76B6C396C}"/>
              </a:ext>
            </a:extLst>
          </p:cNvPr>
          <p:cNvSpPr>
            <a:spLocks noGrp="1"/>
          </p:cNvSpPr>
          <p:nvPr>
            <p:ph type="sldNum" sz="quarter" idx="23"/>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760104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Subtitle and Headings">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B4DC083-771D-42FC-A297-31FED015807F}"/>
              </a:ext>
            </a:extLst>
          </p:cNvPr>
          <p:cNvSpPr>
            <a:spLocks noGrp="1"/>
          </p:cNvSpPr>
          <p:nvPr>
            <p:ph type="title"/>
          </p:nvPr>
        </p:nvSpPr>
        <p:spPr>
          <a:xfrm>
            <a:off x="374904" y="393192"/>
            <a:ext cx="11433978" cy="415498"/>
          </a:xfrm>
        </p:spPr>
        <p:txBody>
          <a:bodyPr lIns="0" tIns="0" rIns="91440" bIns="0"/>
          <a:lstStyle>
            <a:lvl1pPr>
              <a:lnSpc>
                <a:spcPct val="90000"/>
              </a:lnSpc>
              <a:spcBef>
                <a:spcPct val="0"/>
              </a:spcBef>
              <a:spcAft>
                <a:spcPts val="0"/>
              </a:spcAft>
              <a:defRPr sz="3000">
                <a:solidFill>
                  <a:schemeClr val="tx1"/>
                </a:solidFill>
              </a:defRPr>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BE367876-B551-4115-B469-74C12D0C1CE4}"/>
              </a:ext>
            </a:extLst>
          </p:cNvPr>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0"/>
              </a:spcBef>
              <a:spcAft>
                <a:spcPts val="0"/>
              </a:spcAft>
              <a:buNone/>
              <a:defRPr sz="2000" baseline="0" dirty="0">
                <a:solidFill>
                  <a:schemeClr val="tx1"/>
                </a:solidFill>
                <a:latin typeface="+mn-lt"/>
              </a:defRPr>
            </a:lvl1pPr>
          </a:lstStyle>
          <a:p>
            <a:pPr marL="182880" lvl="0" indent="-182880">
              <a:spcBef>
                <a:spcPts val="0"/>
              </a:spcBef>
            </a:pPr>
            <a:r>
              <a:rPr lang="en-US" dirty="0"/>
              <a:t>Click to add one-line subtitle</a:t>
            </a:r>
          </a:p>
        </p:txBody>
      </p:sp>
      <p:sp>
        <p:nvSpPr>
          <p:cNvPr id="29" name="Heading 3">
            <a:extLst>
              <a:ext uri="{FF2B5EF4-FFF2-40B4-BE49-F238E27FC236}">
                <a16:creationId xmlns:a16="http://schemas.microsoft.com/office/drawing/2014/main" id="{4FFD9C8F-5583-4BD3-BF48-097D5D045AD4}"/>
              </a:ext>
            </a:extLst>
          </p:cNvPr>
          <p:cNvSpPr>
            <a:spLocks noGrp="1"/>
          </p:cNvSpPr>
          <p:nvPr>
            <p:ph type="body" sz="quarter" idx="23" hasCustomPrompt="1"/>
          </p:nvPr>
        </p:nvSpPr>
        <p:spPr>
          <a:xfrm>
            <a:off x="374904" y="1473135"/>
            <a:ext cx="5523992" cy="369486"/>
          </a:xfrm>
          <a:prstGeom prst="rect">
            <a:avLst/>
          </a:prstGeom>
          <a:ln>
            <a:noFill/>
            <a:miter lim="800000"/>
          </a:ln>
        </p:spPr>
        <p:txBody>
          <a:bodyPr lIns="0" tIns="0" rIns="91440" bIns="45720">
            <a:noAutofit/>
          </a:bodyPr>
          <a:lstStyle>
            <a:lvl1pPr marL="0" indent="0">
              <a:lnSpc>
                <a:spcPct val="100000"/>
              </a:lnSpc>
              <a:spcBef>
                <a:spcPts val="1000"/>
              </a:spcBef>
              <a:spcAft>
                <a:spcPts val="0"/>
              </a:spcAft>
              <a:buNone/>
              <a:defRPr sz="2000" b="1" baseline="0">
                <a:solidFill>
                  <a:schemeClr val="tx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21" name="Content Placeholder 4">
            <a:extLst>
              <a:ext uri="{FF2B5EF4-FFF2-40B4-BE49-F238E27FC236}">
                <a16:creationId xmlns:a16="http://schemas.microsoft.com/office/drawing/2014/main" id="{790CE829-C5DB-4D0F-8D68-9F31A94FC42A}"/>
              </a:ext>
            </a:extLst>
          </p:cNvPr>
          <p:cNvSpPr>
            <a:spLocks noGrp="1"/>
          </p:cNvSpPr>
          <p:nvPr>
            <p:ph sz="quarter" idx="22"/>
          </p:nvPr>
        </p:nvSpPr>
        <p:spPr>
          <a:xfrm>
            <a:off x="374904" y="1888132"/>
            <a:ext cx="5523992" cy="4390747"/>
          </a:xfrm>
          <a:prstGeom prst="rect">
            <a:avLst/>
          </a:prstGeom>
          <a:ln>
            <a:noFill/>
            <a:miter lim="800000"/>
          </a:ln>
        </p:spPr>
        <p:txBody>
          <a:bodyPr lIns="0" tIns="45720" rIns="91440" bIns="45720"/>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Heading 5">
            <a:extLst>
              <a:ext uri="{FF2B5EF4-FFF2-40B4-BE49-F238E27FC236}">
                <a16:creationId xmlns:a16="http://schemas.microsoft.com/office/drawing/2014/main" id="{0F35A58C-1284-494F-A5A7-A8680CA3222B}"/>
              </a:ext>
            </a:extLst>
          </p:cNvPr>
          <p:cNvSpPr>
            <a:spLocks noGrp="1"/>
          </p:cNvSpPr>
          <p:nvPr>
            <p:ph type="body" sz="quarter" idx="21" hasCustomPrompt="1"/>
          </p:nvPr>
        </p:nvSpPr>
        <p:spPr>
          <a:xfrm>
            <a:off x="6260021" y="1473135"/>
            <a:ext cx="5523992" cy="369486"/>
          </a:xfrm>
          <a:prstGeom prst="rect">
            <a:avLst/>
          </a:prstGeom>
          <a:ln>
            <a:noFill/>
            <a:miter lim="800000"/>
          </a:ln>
        </p:spPr>
        <p:txBody>
          <a:bodyPr lIns="0" tIns="0" rIns="91440" bIns="45720">
            <a:noAutofit/>
          </a:bodyPr>
          <a:lstStyle>
            <a:lvl1pPr marL="0" indent="0">
              <a:lnSpc>
                <a:spcPct val="100000"/>
              </a:lnSpc>
              <a:spcBef>
                <a:spcPts val="1000"/>
              </a:spcBef>
              <a:spcAft>
                <a:spcPts val="0"/>
              </a:spcAft>
              <a:buNone/>
              <a:defRPr sz="2000" b="1" baseline="0">
                <a:solidFill>
                  <a:schemeClr val="tx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28" name="Content Placeholder 6">
            <a:extLst>
              <a:ext uri="{FF2B5EF4-FFF2-40B4-BE49-F238E27FC236}">
                <a16:creationId xmlns:a16="http://schemas.microsoft.com/office/drawing/2014/main" id="{C2D9C38D-0C96-4F06-9088-13547C056F33}"/>
              </a:ext>
            </a:extLst>
          </p:cNvPr>
          <p:cNvSpPr>
            <a:spLocks noGrp="1"/>
          </p:cNvSpPr>
          <p:nvPr>
            <p:ph sz="quarter" idx="25"/>
          </p:nvPr>
        </p:nvSpPr>
        <p:spPr>
          <a:xfrm>
            <a:off x="6260021" y="1888133"/>
            <a:ext cx="5523992" cy="4390746"/>
          </a:xfrm>
          <a:prstGeom prst="rect">
            <a:avLst/>
          </a:prstGeom>
          <a:ln>
            <a:noFill/>
            <a:miter lim="800000"/>
          </a:ln>
        </p:spPr>
        <p:txBody>
          <a:bodyPr lIns="0" tIns="45720" rIns="0" bIns="45720"/>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7">
            <a:extLst>
              <a:ext uri="{FF2B5EF4-FFF2-40B4-BE49-F238E27FC236}">
                <a16:creationId xmlns:a16="http://schemas.microsoft.com/office/drawing/2014/main" id="{1902BBC2-BD44-DEAF-58E4-737CC53BBBD3}"/>
              </a:ext>
            </a:extLst>
          </p:cNvPr>
          <p:cNvSpPr>
            <a:spLocks noGrp="1"/>
          </p:cNvSpPr>
          <p:nvPr>
            <p:ph type="ftr" sz="quarter" idx="26"/>
          </p:nvPr>
        </p:nvSpPr>
        <p:spPr/>
        <p:txBody>
          <a:bodyPr/>
          <a:lstStyle>
            <a:lvl1pPr>
              <a:defRPr>
                <a:solidFill>
                  <a:schemeClr val="tx1"/>
                </a:solidFill>
              </a:defRPr>
            </a:lvl1pPr>
          </a:lstStyle>
          <a:p>
            <a:pPr algn="r"/>
            <a:r>
              <a:rPr lang="en-US"/>
              <a:t>Confidential | Authorized HPE partner use only</a:t>
            </a:r>
            <a:endParaRPr lang="en-US" dirty="0"/>
          </a:p>
        </p:txBody>
      </p:sp>
      <p:sp>
        <p:nvSpPr>
          <p:cNvPr id="6" name="Slide Number Placeholder 8">
            <a:extLst>
              <a:ext uri="{FF2B5EF4-FFF2-40B4-BE49-F238E27FC236}">
                <a16:creationId xmlns:a16="http://schemas.microsoft.com/office/drawing/2014/main" id="{38DD5D5E-5ECA-A659-E4D1-059428798A68}"/>
              </a:ext>
            </a:extLst>
          </p:cNvPr>
          <p:cNvSpPr>
            <a:spLocks noGrp="1"/>
          </p:cNvSpPr>
          <p:nvPr>
            <p:ph type="sldNum" sz="quarter" idx="27"/>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060263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C09279-0D09-4109-A953-16A88732F6EC}"/>
              </a:ext>
            </a:extLst>
          </p:cNvPr>
          <p:cNvSpPr>
            <a:spLocks noGrp="1"/>
          </p:cNvSpPr>
          <p:nvPr>
            <p:ph type="title"/>
          </p:nvPr>
        </p:nvSpPr>
        <p:spPr>
          <a:xfrm>
            <a:off x="374904" y="393192"/>
            <a:ext cx="11433978" cy="415498"/>
          </a:xfrm>
        </p:spPr>
        <p:txBody>
          <a:bodyPr lIns="0" tIns="0" rIns="91440" bIns="0" anchor="t"/>
          <a:lstStyle>
            <a:lvl1pPr>
              <a:lnSpc>
                <a:spcPct val="90000"/>
              </a:lnSpc>
              <a:spcBef>
                <a:spcPct val="0"/>
              </a:spcBef>
              <a:spcAft>
                <a:spcPts val="0"/>
              </a:spcAft>
              <a:defRPr sz="3000">
                <a:solidFill>
                  <a:schemeClr val="tx1"/>
                </a:solidFill>
              </a:defRPr>
            </a:lvl1pPr>
          </a:lstStyle>
          <a:p>
            <a:r>
              <a:rPr lang="en-US"/>
              <a:t>Click to edit Master title style</a:t>
            </a:r>
            <a:endParaRPr lang="en-US" dirty="0"/>
          </a:p>
        </p:txBody>
      </p:sp>
      <p:sp>
        <p:nvSpPr>
          <p:cNvPr id="17" name="Content Placeholder 2"/>
          <p:cNvSpPr>
            <a:spLocks noGrp="1"/>
          </p:cNvSpPr>
          <p:nvPr>
            <p:ph sz="quarter" idx="17"/>
          </p:nvPr>
        </p:nvSpPr>
        <p:spPr>
          <a:xfrm>
            <a:off x="385100" y="1165860"/>
            <a:ext cx="3628711" cy="5100637"/>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3"/>
          <p:cNvSpPr>
            <a:spLocks noGrp="1"/>
          </p:cNvSpPr>
          <p:nvPr>
            <p:ph sz="quarter" idx="18"/>
          </p:nvPr>
        </p:nvSpPr>
        <p:spPr>
          <a:xfrm>
            <a:off x="4268787" y="1165860"/>
            <a:ext cx="3628711" cy="5100637"/>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 Placeholder 4"/>
          <p:cNvSpPr>
            <a:spLocks noGrp="1"/>
          </p:cNvSpPr>
          <p:nvPr>
            <p:ph sz="quarter" idx="19"/>
          </p:nvPr>
        </p:nvSpPr>
        <p:spPr>
          <a:xfrm>
            <a:off x="8152474" y="1165860"/>
            <a:ext cx="3628711" cy="5100637"/>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a:extLst>
              <a:ext uri="{FF2B5EF4-FFF2-40B4-BE49-F238E27FC236}">
                <a16:creationId xmlns:a16="http://schemas.microsoft.com/office/drawing/2014/main" id="{107EAFD6-415C-88F0-6EE5-4D5D4B8A954E}"/>
              </a:ext>
            </a:extLst>
          </p:cNvPr>
          <p:cNvSpPr>
            <a:spLocks noGrp="1"/>
          </p:cNvSpPr>
          <p:nvPr>
            <p:ph type="ftr" sz="quarter" idx="20"/>
          </p:nvPr>
        </p:nvSpPr>
        <p:spPr/>
        <p:txBody>
          <a:bodyPr/>
          <a:lstStyle>
            <a:lvl1pPr>
              <a:defRPr>
                <a:solidFill>
                  <a:schemeClr val="tx1"/>
                </a:solidFill>
              </a:defRPr>
            </a:lvl1pPr>
          </a:lstStyle>
          <a:p>
            <a:pPr algn="r"/>
            <a:r>
              <a:rPr lang="en-US"/>
              <a:t>Confidential | Authorized HPE partner use only</a:t>
            </a:r>
            <a:endParaRPr lang="en-US" dirty="0"/>
          </a:p>
        </p:txBody>
      </p:sp>
      <p:sp>
        <p:nvSpPr>
          <p:cNvPr id="6" name="Slide Number Placeholder 6">
            <a:extLst>
              <a:ext uri="{FF2B5EF4-FFF2-40B4-BE49-F238E27FC236}">
                <a16:creationId xmlns:a16="http://schemas.microsoft.com/office/drawing/2014/main" id="{D781A8C7-DBC3-6CA7-393A-B76EB01BD15A}"/>
              </a:ext>
            </a:extLst>
          </p:cNvPr>
          <p:cNvSpPr>
            <a:spLocks noGrp="1"/>
          </p:cNvSpPr>
          <p:nvPr>
            <p:ph type="sldNum" sz="quarter" idx="21"/>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137728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2) and Three Content">
    <p:bg>
      <p:bgPr>
        <a:solidFill>
          <a:schemeClr val="bg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93031B0-6E1E-B6BC-F704-43FCCED1C6F5}"/>
              </a:ext>
            </a:extLst>
          </p:cNvPr>
          <p:cNvSpPr>
            <a:spLocks noGrp="1"/>
          </p:cNvSpPr>
          <p:nvPr>
            <p:ph type="title" hasCustomPrompt="1"/>
          </p:nvPr>
        </p:nvSpPr>
        <p:spPr>
          <a:xfrm>
            <a:off x="374904" y="393192"/>
            <a:ext cx="11442628" cy="775846"/>
          </a:xfrm>
        </p:spPr>
        <p:txBody>
          <a:bodyPr lIns="0" tIns="0" rIns="91440" bIns="0" anchor="t" anchorCtr="0"/>
          <a:lstStyle>
            <a:lvl1pPr>
              <a:lnSpc>
                <a:spcPct val="90000"/>
              </a:lnSpc>
              <a:spcBef>
                <a:spcPct val="0"/>
              </a:spcBef>
              <a:spcAft>
                <a:spcPts val="0"/>
              </a:spcAft>
              <a:defRPr sz="3000">
                <a:solidFill>
                  <a:schemeClr val="tx1"/>
                </a:solidFill>
              </a:defRPr>
            </a:lvl1pPr>
          </a:lstStyle>
          <a:p>
            <a:r>
              <a:rPr lang="en-US" dirty="0"/>
              <a:t>Click to add</a:t>
            </a:r>
            <a:br>
              <a:rPr lang="en-US" dirty="0"/>
            </a:br>
            <a:r>
              <a:rPr lang="en-US" dirty="0"/>
              <a:t>two-line title</a:t>
            </a:r>
          </a:p>
        </p:txBody>
      </p:sp>
      <p:sp>
        <p:nvSpPr>
          <p:cNvPr id="14" name="Content Placeholder 2">
            <a:extLst>
              <a:ext uri="{FF2B5EF4-FFF2-40B4-BE49-F238E27FC236}">
                <a16:creationId xmlns:a16="http://schemas.microsoft.com/office/drawing/2014/main" id="{0B5786B1-1D78-07AE-99E2-9ACA6A302D5C}"/>
              </a:ext>
            </a:extLst>
          </p:cNvPr>
          <p:cNvSpPr>
            <a:spLocks noGrp="1"/>
          </p:cNvSpPr>
          <p:nvPr>
            <p:ph sz="quarter" idx="17"/>
          </p:nvPr>
        </p:nvSpPr>
        <p:spPr>
          <a:xfrm>
            <a:off x="374904" y="1541418"/>
            <a:ext cx="3631039" cy="4729842"/>
          </a:xfrm>
          <a:prstGeom prst="rect">
            <a:avLst/>
          </a:prstGeom>
          <a:ln>
            <a:noFill/>
            <a:miter lim="800000"/>
          </a:ln>
        </p:spPr>
        <p:txBody>
          <a:bodyPr lIns="0" tIns="45720" rIns="0" bIns="45720" anchor="t"/>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C5CFBF7C-9A9D-283B-3040-62F4E8BBA2B8}"/>
              </a:ext>
            </a:extLst>
          </p:cNvPr>
          <p:cNvSpPr>
            <a:spLocks noGrp="1"/>
          </p:cNvSpPr>
          <p:nvPr>
            <p:ph sz="quarter" idx="18"/>
          </p:nvPr>
        </p:nvSpPr>
        <p:spPr>
          <a:xfrm>
            <a:off x="4276344" y="1541418"/>
            <a:ext cx="3631039" cy="4729842"/>
          </a:xfrm>
          <a:prstGeom prst="rect">
            <a:avLst/>
          </a:prstGeom>
          <a:ln>
            <a:noFill/>
            <a:miter lim="800000"/>
          </a:ln>
        </p:spPr>
        <p:txBody>
          <a:bodyPr lIns="0" tIns="45720" rIns="0" bIns="45720" anchor="t"/>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4">
            <a:extLst>
              <a:ext uri="{FF2B5EF4-FFF2-40B4-BE49-F238E27FC236}">
                <a16:creationId xmlns:a16="http://schemas.microsoft.com/office/drawing/2014/main" id="{CE933D73-FF2E-5038-2928-57B052E6DEC6}"/>
              </a:ext>
            </a:extLst>
          </p:cNvPr>
          <p:cNvSpPr>
            <a:spLocks noGrp="1"/>
          </p:cNvSpPr>
          <p:nvPr>
            <p:ph sz="quarter" idx="22"/>
          </p:nvPr>
        </p:nvSpPr>
        <p:spPr>
          <a:xfrm>
            <a:off x="8186492" y="1541418"/>
            <a:ext cx="3631039" cy="4729842"/>
          </a:xfrm>
          <a:prstGeom prst="rect">
            <a:avLst/>
          </a:prstGeom>
          <a:ln>
            <a:noFill/>
            <a:miter lim="800000"/>
          </a:ln>
        </p:spPr>
        <p:txBody>
          <a:bodyPr lIns="0" tIns="45720" rIns="0" bIns="45720" anchor="t"/>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5">
            <a:extLst>
              <a:ext uri="{FF2B5EF4-FFF2-40B4-BE49-F238E27FC236}">
                <a16:creationId xmlns:a16="http://schemas.microsoft.com/office/drawing/2014/main" id="{CE1CB3F7-BD80-2E75-509D-9F8010556A92}"/>
              </a:ext>
            </a:extLst>
          </p:cNvPr>
          <p:cNvSpPr>
            <a:spLocks noGrp="1"/>
          </p:cNvSpPr>
          <p:nvPr>
            <p:ph type="ftr" sz="quarter" idx="19"/>
          </p:nvPr>
        </p:nvSpPr>
        <p:spPr/>
        <p:txBody>
          <a:bodyPr/>
          <a:lstStyle>
            <a:lvl1pPr>
              <a:defRPr>
                <a:solidFill>
                  <a:schemeClr val="tx1"/>
                </a:solidFill>
              </a:defRPr>
            </a:lvl1pPr>
          </a:lstStyle>
          <a:p>
            <a:pPr algn="r"/>
            <a:r>
              <a:rPr lang="en-US"/>
              <a:t>Confidential | Authorized HPE partner use only</a:t>
            </a:r>
            <a:endParaRPr lang="en-US" dirty="0"/>
          </a:p>
        </p:txBody>
      </p:sp>
      <p:sp>
        <p:nvSpPr>
          <p:cNvPr id="5" name="Slide Number Placeholder 6">
            <a:extLst>
              <a:ext uri="{FF2B5EF4-FFF2-40B4-BE49-F238E27FC236}">
                <a16:creationId xmlns:a16="http://schemas.microsoft.com/office/drawing/2014/main" id="{9199F5B5-25C5-2F5D-8947-057651169F83}"/>
              </a:ext>
            </a:extLst>
          </p:cNvPr>
          <p:cNvSpPr>
            <a:spLocks noGrp="1"/>
          </p:cNvSpPr>
          <p:nvPr>
            <p:ph type="sldNum" sz="quarter" idx="20"/>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13707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ntent, Subtitl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9EF0ECA-DE60-41FE-A905-507AB710EE5B}"/>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C831EBB5-21C4-4F56-9D7F-EDB7844B96AF}"/>
              </a:ext>
            </a:extLst>
          </p:cNvPr>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0"/>
              </a:spcBef>
              <a:spcAft>
                <a:spcPts val="0"/>
              </a:spcAft>
              <a:buNone/>
              <a:defRPr sz="2000" baseline="0" dirty="0">
                <a:solidFill>
                  <a:schemeClr val="tx1"/>
                </a:solidFill>
                <a:latin typeface="+mn-lt"/>
              </a:defRPr>
            </a:lvl1pPr>
          </a:lstStyle>
          <a:p>
            <a:pPr marL="182880" lvl="0" indent="-182880">
              <a:spcBef>
                <a:spcPts val="0"/>
              </a:spcBef>
            </a:pPr>
            <a:r>
              <a:rPr lang="en-US" dirty="0"/>
              <a:t>Click to add one-line subtitle</a:t>
            </a:r>
          </a:p>
        </p:txBody>
      </p:sp>
      <p:sp>
        <p:nvSpPr>
          <p:cNvPr id="31" name="Content Placeholder 3">
            <a:extLst>
              <a:ext uri="{FF2B5EF4-FFF2-40B4-BE49-F238E27FC236}">
                <a16:creationId xmlns:a16="http://schemas.microsoft.com/office/drawing/2014/main" id="{31336B0C-F91E-47D8-936F-836334818CB0}"/>
              </a:ext>
            </a:extLst>
          </p:cNvPr>
          <p:cNvSpPr>
            <a:spLocks noGrp="1"/>
          </p:cNvSpPr>
          <p:nvPr>
            <p:ph sz="quarter" idx="17"/>
          </p:nvPr>
        </p:nvSpPr>
        <p:spPr>
          <a:xfrm>
            <a:off x="374904" y="1541418"/>
            <a:ext cx="3631039" cy="4729842"/>
          </a:xfrm>
          <a:prstGeom prst="rect">
            <a:avLst/>
          </a:prstGeom>
          <a:ln>
            <a:noFill/>
            <a:miter lim="800000"/>
          </a:ln>
        </p:spPr>
        <p:txBody>
          <a:bodyPr lIns="0" tIns="45720" rIns="0" bIns="45720" anchor="t"/>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4">
            <a:extLst>
              <a:ext uri="{FF2B5EF4-FFF2-40B4-BE49-F238E27FC236}">
                <a16:creationId xmlns:a16="http://schemas.microsoft.com/office/drawing/2014/main" id="{F2DA2588-EB78-4045-A57D-317AA672516D}"/>
              </a:ext>
            </a:extLst>
          </p:cNvPr>
          <p:cNvSpPr>
            <a:spLocks noGrp="1"/>
          </p:cNvSpPr>
          <p:nvPr>
            <p:ph sz="quarter" idx="18"/>
          </p:nvPr>
        </p:nvSpPr>
        <p:spPr>
          <a:xfrm>
            <a:off x="4276344" y="1541418"/>
            <a:ext cx="3631039" cy="4729842"/>
          </a:xfrm>
          <a:prstGeom prst="rect">
            <a:avLst/>
          </a:prstGeom>
          <a:ln>
            <a:noFill/>
            <a:miter lim="800000"/>
          </a:ln>
        </p:spPr>
        <p:txBody>
          <a:bodyPr lIns="0" tIns="45720" rIns="0" bIns="45720" anchor="t"/>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5">
            <a:extLst>
              <a:ext uri="{FF2B5EF4-FFF2-40B4-BE49-F238E27FC236}">
                <a16:creationId xmlns:a16="http://schemas.microsoft.com/office/drawing/2014/main" id="{1074A59D-DDE4-4FB2-838A-D5C8E7AD19E1}"/>
              </a:ext>
            </a:extLst>
          </p:cNvPr>
          <p:cNvSpPr>
            <a:spLocks noGrp="1"/>
          </p:cNvSpPr>
          <p:nvPr>
            <p:ph sz="quarter" idx="22"/>
          </p:nvPr>
        </p:nvSpPr>
        <p:spPr>
          <a:xfrm>
            <a:off x="8186492" y="1541418"/>
            <a:ext cx="3631039" cy="4729842"/>
          </a:xfrm>
          <a:prstGeom prst="rect">
            <a:avLst/>
          </a:prstGeom>
          <a:ln>
            <a:noFill/>
            <a:miter lim="800000"/>
          </a:ln>
        </p:spPr>
        <p:txBody>
          <a:bodyPr lIns="0" tIns="45720" rIns="0" bIns="45720" anchor="t"/>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6">
            <a:extLst>
              <a:ext uri="{FF2B5EF4-FFF2-40B4-BE49-F238E27FC236}">
                <a16:creationId xmlns:a16="http://schemas.microsoft.com/office/drawing/2014/main" id="{715285DB-111F-371C-CCBA-1DD3F3E0D338}"/>
              </a:ext>
            </a:extLst>
          </p:cNvPr>
          <p:cNvSpPr>
            <a:spLocks noGrp="1"/>
          </p:cNvSpPr>
          <p:nvPr>
            <p:ph type="ftr" sz="quarter" idx="23"/>
          </p:nvPr>
        </p:nvSpPr>
        <p:spPr/>
        <p:txBody>
          <a:bodyPr/>
          <a:lstStyle>
            <a:lvl1pPr>
              <a:defRPr>
                <a:solidFill>
                  <a:schemeClr val="tx1"/>
                </a:solidFill>
              </a:defRPr>
            </a:lvl1pPr>
          </a:lstStyle>
          <a:p>
            <a:pPr algn="r"/>
            <a:r>
              <a:rPr lang="en-US"/>
              <a:t>Confidential | Authorized HPE partner use only</a:t>
            </a:r>
            <a:endParaRPr lang="en-US" dirty="0"/>
          </a:p>
        </p:txBody>
      </p:sp>
      <p:sp>
        <p:nvSpPr>
          <p:cNvPr id="6" name="Slide Number Placeholder 7">
            <a:extLst>
              <a:ext uri="{FF2B5EF4-FFF2-40B4-BE49-F238E27FC236}">
                <a16:creationId xmlns:a16="http://schemas.microsoft.com/office/drawing/2014/main" id="{B08A4F95-E980-ECB5-112F-5B4A2D0D7706}"/>
              </a:ext>
            </a:extLst>
          </p:cNvPr>
          <p:cNvSpPr>
            <a:spLocks noGrp="1"/>
          </p:cNvSpPr>
          <p:nvPr>
            <p:ph type="sldNum" sz="quarter" idx="24"/>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200214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2), Subtitle and Three Content">
    <p:bg>
      <p:bgPr>
        <a:solidFill>
          <a:schemeClr val="bg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93031B0-6E1E-B6BC-F704-43FCCED1C6F5}"/>
              </a:ext>
            </a:extLst>
          </p:cNvPr>
          <p:cNvSpPr>
            <a:spLocks noGrp="1"/>
          </p:cNvSpPr>
          <p:nvPr>
            <p:ph type="title" hasCustomPrompt="1"/>
          </p:nvPr>
        </p:nvSpPr>
        <p:spPr>
          <a:xfrm>
            <a:off x="374904" y="393192"/>
            <a:ext cx="11442628" cy="775846"/>
          </a:xfrm>
        </p:spPr>
        <p:txBody>
          <a:bodyPr lIns="0" tIns="0" rIns="91440" bIns="0" anchor="t"/>
          <a:lstStyle>
            <a:lvl1pPr>
              <a:lnSpc>
                <a:spcPct val="90000"/>
              </a:lnSpc>
              <a:spcBef>
                <a:spcPct val="0"/>
              </a:spcBef>
              <a:spcAft>
                <a:spcPts val="0"/>
              </a:spcAft>
              <a:defRPr sz="3000">
                <a:solidFill>
                  <a:schemeClr val="tx1"/>
                </a:solidFill>
              </a:defRPr>
            </a:lvl1pPr>
          </a:lstStyle>
          <a:p>
            <a:r>
              <a:rPr lang="en-US" dirty="0"/>
              <a:t>Click to add</a:t>
            </a:r>
            <a:br>
              <a:rPr lang="en-US" dirty="0"/>
            </a:br>
            <a:r>
              <a:rPr lang="en-US" dirty="0"/>
              <a:t>two-line title</a:t>
            </a:r>
          </a:p>
        </p:txBody>
      </p:sp>
      <p:sp>
        <p:nvSpPr>
          <p:cNvPr id="5" name="Subtitle 2">
            <a:extLst>
              <a:ext uri="{FF2B5EF4-FFF2-40B4-BE49-F238E27FC236}">
                <a16:creationId xmlns:a16="http://schemas.microsoft.com/office/drawing/2014/main" id="{2160BF6E-DA8E-1A7C-AB98-3EE8B0248F75}"/>
              </a:ext>
            </a:extLst>
          </p:cNvPr>
          <p:cNvSpPr>
            <a:spLocks noGrp="1"/>
          </p:cNvSpPr>
          <p:nvPr>
            <p:ph type="body" sz="quarter" idx="13" hasCustomPrompt="1"/>
          </p:nvPr>
        </p:nvSpPr>
        <p:spPr>
          <a:xfrm>
            <a:off x="374904" y="1216152"/>
            <a:ext cx="11442626" cy="369486"/>
          </a:xfrm>
          <a:prstGeom prst="rect">
            <a:avLst/>
          </a:prstGeom>
        </p:spPr>
        <p:txBody>
          <a:bodyPr tIns="0"/>
          <a:lstStyle>
            <a:lvl1pPr>
              <a:defRPr sz="2000">
                <a:solidFill>
                  <a:schemeClr val="tx1"/>
                </a:solidFill>
              </a:defRPr>
            </a:lvl1pPr>
          </a:lstStyle>
          <a:p>
            <a:pPr lvl="0"/>
            <a:r>
              <a:rPr lang="en-US"/>
              <a:t>Optional subhead placeholder</a:t>
            </a:r>
          </a:p>
        </p:txBody>
      </p:sp>
      <p:sp>
        <p:nvSpPr>
          <p:cNvPr id="12" name="Content Placeholder 3">
            <a:extLst>
              <a:ext uri="{FF2B5EF4-FFF2-40B4-BE49-F238E27FC236}">
                <a16:creationId xmlns:a16="http://schemas.microsoft.com/office/drawing/2014/main" id="{15D01BB8-727D-8CA2-AA4D-A23CC782B591}"/>
              </a:ext>
            </a:extLst>
          </p:cNvPr>
          <p:cNvSpPr>
            <a:spLocks noGrp="1"/>
          </p:cNvSpPr>
          <p:nvPr>
            <p:ph sz="quarter" idx="17"/>
          </p:nvPr>
        </p:nvSpPr>
        <p:spPr>
          <a:xfrm>
            <a:off x="385100" y="1888132"/>
            <a:ext cx="3628710" cy="4390747"/>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4">
            <a:extLst>
              <a:ext uri="{FF2B5EF4-FFF2-40B4-BE49-F238E27FC236}">
                <a16:creationId xmlns:a16="http://schemas.microsoft.com/office/drawing/2014/main" id="{4B155FBF-4BEC-C1E1-CB2C-2ED0CF71CC1D}"/>
              </a:ext>
            </a:extLst>
          </p:cNvPr>
          <p:cNvSpPr>
            <a:spLocks noGrp="1"/>
          </p:cNvSpPr>
          <p:nvPr>
            <p:ph sz="quarter" idx="18"/>
          </p:nvPr>
        </p:nvSpPr>
        <p:spPr>
          <a:xfrm>
            <a:off x="4265611" y="1888132"/>
            <a:ext cx="3628710" cy="4390747"/>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5">
            <a:extLst>
              <a:ext uri="{FF2B5EF4-FFF2-40B4-BE49-F238E27FC236}">
                <a16:creationId xmlns:a16="http://schemas.microsoft.com/office/drawing/2014/main" id="{E1F0C114-EFF4-4AC2-300D-DD8958809D03}"/>
              </a:ext>
            </a:extLst>
          </p:cNvPr>
          <p:cNvSpPr>
            <a:spLocks noGrp="1"/>
          </p:cNvSpPr>
          <p:nvPr>
            <p:ph sz="quarter" idx="22"/>
          </p:nvPr>
        </p:nvSpPr>
        <p:spPr>
          <a:xfrm>
            <a:off x="8146122" y="1896841"/>
            <a:ext cx="3628710" cy="4390747"/>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6">
            <a:extLst>
              <a:ext uri="{FF2B5EF4-FFF2-40B4-BE49-F238E27FC236}">
                <a16:creationId xmlns:a16="http://schemas.microsoft.com/office/drawing/2014/main" id="{B06B5E63-2A42-E758-4078-93602512C48E}"/>
              </a:ext>
            </a:extLst>
          </p:cNvPr>
          <p:cNvSpPr>
            <a:spLocks noGrp="1"/>
          </p:cNvSpPr>
          <p:nvPr>
            <p:ph type="ftr" sz="quarter" idx="19"/>
          </p:nvPr>
        </p:nvSpPr>
        <p:spPr/>
        <p:txBody>
          <a:bodyPr/>
          <a:lstStyle>
            <a:lvl1pPr>
              <a:defRPr>
                <a:solidFill>
                  <a:schemeClr val="tx1"/>
                </a:solidFill>
              </a:defRPr>
            </a:lvl1pPr>
          </a:lstStyle>
          <a:p>
            <a:pPr algn="r"/>
            <a:r>
              <a:rPr lang="en-US"/>
              <a:t>Confidential | Authorized HPE partner use only</a:t>
            </a:r>
            <a:endParaRPr lang="en-US" dirty="0"/>
          </a:p>
        </p:txBody>
      </p:sp>
      <p:sp>
        <p:nvSpPr>
          <p:cNvPr id="7" name="Slide Number Placeholder 7">
            <a:extLst>
              <a:ext uri="{FF2B5EF4-FFF2-40B4-BE49-F238E27FC236}">
                <a16:creationId xmlns:a16="http://schemas.microsoft.com/office/drawing/2014/main" id="{73BBC2BF-0D27-EE97-15E2-3172489A9EFE}"/>
              </a:ext>
            </a:extLst>
          </p:cNvPr>
          <p:cNvSpPr>
            <a:spLocks noGrp="1"/>
          </p:cNvSpPr>
          <p:nvPr>
            <p:ph type="sldNum" sz="quarter" idx="20"/>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911733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ree Content and Headings">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4EE87AE-0267-4C69-AFD6-F9C64969AC26}"/>
              </a:ext>
            </a:extLst>
          </p:cNvPr>
          <p:cNvSpPr>
            <a:spLocks noGrp="1"/>
          </p:cNvSpPr>
          <p:nvPr>
            <p:ph type="title"/>
          </p:nvPr>
        </p:nvSpPr>
        <p:spPr>
          <a:xfrm>
            <a:off x="374903" y="393192"/>
            <a:ext cx="11442627" cy="415498"/>
          </a:xfrm>
        </p:spPr>
        <p:txBody>
          <a:bodyPr lIns="0" tIns="0" rIns="91440" bIns="0" anchor="t"/>
          <a:lstStyle>
            <a:lvl1pPr>
              <a:lnSpc>
                <a:spcPct val="90000"/>
              </a:lnSpc>
              <a:spcBef>
                <a:spcPct val="0"/>
              </a:spcBef>
              <a:spcAft>
                <a:spcPts val="0"/>
              </a:spcAft>
              <a:defRPr sz="3000">
                <a:solidFill>
                  <a:schemeClr val="tx1"/>
                </a:solidFill>
              </a:defRPr>
            </a:lvl1pPr>
          </a:lstStyle>
          <a:p>
            <a:r>
              <a:rPr lang="en-US"/>
              <a:t>Click to edit Master title style</a:t>
            </a:r>
            <a:endParaRPr lang="en-US" dirty="0"/>
          </a:p>
        </p:txBody>
      </p:sp>
      <p:sp>
        <p:nvSpPr>
          <p:cNvPr id="21" name="Heading 2"/>
          <p:cNvSpPr>
            <a:spLocks noGrp="1"/>
          </p:cNvSpPr>
          <p:nvPr>
            <p:ph type="body" sz="quarter" idx="19" hasCustomPrompt="1"/>
          </p:nvPr>
        </p:nvSpPr>
        <p:spPr>
          <a:xfrm>
            <a:off x="374905" y="1142201"/>
            <a:ext cx="3631039" cy="369486"/>
          </a:xfrm>
          <a:prstGeom prst="rect">
            <a:avLst/>
          </a:prstGeo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tx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24" name="Content Placeholder 3"/>
          <p:cNvSpPr>
            <a:spLocks noGrp="1"/>
          </p:cNvSpPr>
          <p:nvPr>
            <p:ph sz="quarter" idx="17"/>
          </p:nvPr>
        </p:nvSpPr>
        <p:spPr>
          <a:xfrm>
            <a:off x="374904" y="1541418"/>
            <a:ext cx="3631039" cy="4729842"/>
          </a:xfrm>
          <a:prstGeom prst="rect">
            <a:avLst/>
          </a:prstGeom>
          <a:ln>
            <a:noFill/>
            <a:miter lim="800000"/>
          </a:ln>
        </p:spPr>
        <p:txBody>
          <a:bodyPr lIns="0" tIns="45720" rIns="0" bIns="45720" anchor="t"/>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Heading 4"/>
          <p:cNvSpPr>
            <a:spLocks noGrp="1"/>
          </p:cNvSpPr>
          <p:nvPr>
            <p:ph type="body" sz="quarter" idx="23" hasCustomPrompt="1"/>
          </p:nvPr>
        </p:nvSpPr>
        <p:spPr>
          <a:xfrm>
            <a:off x="4276344" y="1142201"/>
            <a:ext cx="3631039" cy="369486"/>
          </a:xfrm>
          <a:prstGeom prst="rect">
            <a:avLst/>
          </a:prstGeo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tx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25" name="Content Placeholder 5"/>
          <p:cNvSpPr>
            <a:spLocks noGrp="1"/>
          </p:cNvSpPr>
          <p:nvPr>
            <p:ph sz="quarter" idx="18"/>
          </p:nvPr>
        </p:nvSpPr>
        <p:spPr>
          <a:xfrm>
            <a:off x="4276344" y="1541418"/>
            <a:ext cx="3631039" cy="4729842"/>
          </a:xfrm>
          <a:prstGeom prst="rect">
            <a:avLst/>
          </a:prstGeom>
          <a:ln>
            <a:noFill/>
            <a:miter lim="800000"/>
          </a:ln>
        </p:spPr>
        <p:txBody>
          <a:bodyPr lIns="0" tIns="45720" rIns="0" bIns="45720" anchor="t"/>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Heading 6"/>
          <p:cNvSpPr>
            <a:spLocks noGrp="1"/>
          </p:cNvSpPr>
          <p:nvPr>
            <p:ph type="body" sz="quarter" idx="21" hasCustomPrompt="1"/>
          </p:nvPr>
        </p:nvSpPr>
        <p:spPr>
          <a:xfrm>
            <a:off x="8186492" y="1142201"/>
            <a:ext cx="3631039" cy="369486"/>
          </a:xfrm>
          <a:prstGeom prst="rect">
            <a:avLst/>
          </a:prstGeo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tx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26" name="Content Placeholder 7"/>
          <p:cNvSpPr>
            <a:spLocks noGrp="1"/>
          </p:cNvSpPr>
          <p:nvPr>
            <p:ph sz="quarter" idx="22"/>
          </p:nvPr>
        </p:nvSpPr>
        <p:spPr>
          <a:xfrm>
            <a:off x="8186492" y="1541418"/>
            <a:ext cx="3631039" cy="4729842"/>
          </a:xfrm>
          <a:prstGeom prst="rect">
            <a:avLst/>
          </a:prstGeom>
          <a:ln>
            <a:noFill/>
            <a:miter lim="800000"/>
          </a:ln>
        </p:spPr>
        <p:txBody>
          <a:bodyPr lIns="0" tIns="45720" rIns="0" bIns="45720" anchor="t"/>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8">
            <a:extLst>
              <a:ext uri="{FF2B5EF4-FFF2-40B4-BE49-F238E27FC236}">
                <a16:creationId xmlns:a16="http://schemas.microsoft.com/office/drawing/2014/main" id="{DF9555D4-44D6-AEAB-C73E-7D5E09D78D60}"/>
              </a:ext>
            </a:extLst>
          </p:cNvPr>
          <p:cNvSpPr>
            <a:spLocks noGrp="1"/>
          </p:cNvSpPr>
          <p:nvPr>
            <p:ph type="ftr" sz="quarter" idx="24"/>
          </p:nvPr>
        </p:nvSpPr>
        <p:spPr/>
        <p:txBody>
          <a:bodyPr/>
          <a:lstStyle>
            <a:lvl1pPr>
              <a:defRPr>
                <a:solidFill>
                  <a:schemeClr val="tx1"/>
                </a:solidFill>
              </a:defRPr>
            </a:lvl1pPr>
          </a:lstStyle>
          <a:p>
            <a:pPr algn="r"/>
            <a:r>
              <a:rPr lang="en-US"/>
              <a:t>Confidential | Authorized HPE partner use only</a:t>
            </a:r>
            <a:endParaRPr lang="en-US" dirty="0"/>
          </a:p>
        </p:txBody>
      </p:sp>
      <p:sp>
        <p:nvSpPr>
          <p:cNvPr id="6" name="Slide Number Placeholder 9">
            <a:extLst>
              <a:ext uri="{FF2B5EF4-FFF2-40B4-BE49-F238E27FC236}">
                <a16:creationId xmlns:a16="http://schemas.microsoft.com/office/drawing/2014/main" id="{90DBD838-E55E-389E-324E-987E3489B3BD}"/>
              </a:ext>
            </a:extLst>
          </p:cNvPr>
          <p:cNvSpPr>
            <a:spLocks noGrp="1"/>
          </p:cNvSpPr>
          <p:nvPr>
            <p:ph type="sldNum" sz="quarter" idx="25"/>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222974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ree Content, Subtitle and Headings">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9EF0ECA-DE60-41FE-A905-507AB710EE5B}"/>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C831EBB5-21C4-4F56-9D7F-EDB7844B96AF}"/>
              </a:ext>
            </a:extLst>
          </p:cNvPr>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0"/>
              </a:spcBef>
              <a:spcAft>
                <a:spcPts val="0"/>
              </a:spcAft>
              <a:buNone/>
              <a:defRPr sz="2000" baseline="0" dirty="0">
                <a:solidFill>
                  <a:schemeClr val="tx1"/>
                </a:solidFill>
                <a:latin typeface="+mn-lt"/>
              </a:defRPr>
            </a:lvl1pPr>
          </a:lstStyle>
          <a:p>
            <a:pPr marL="182880" lvl="0" indent="-182880">
              <a:spcBef>
                <a:spcPts val="0"/>
              </a:spcBef>
            </a:pPr>
            <a:r>
              <a:rPr lang="en-US" dirty="0"/>
              <a:t>Click to add one-line subtitle</a:t>
            </a:r>
          </a:p>
        </p:txBody>
      </p:sp>
      <p:sp>
        <p:nvSpPr>
          <p:cNvPr id="29" name="Heading 3">
            <a:extLst>
              <a:ext uri="{FF2B5EF4-FFF2-40B4-BE49-F238E27FC236}">
                <a16:creationId xmlns:a16="http://schemas.microsoft.com/office/drawing/2014/main" id="{2C5A79F9-54A7-42C3-958C-707025A75133}"/>
              </a:ext>
            </a:extLst>
          </p:cNvPr>
          <p:cNvSpPr>
            <a:spLocks noGrp="1"/>
          </p:cNvSpPr>
          <p:nvPr>
            <p:ph type="body" sz="quarter" idx="19" hasCustomPrompt="1"/>
          </p:nvPr>
        </p:nvSpPr>
        <p:spPr>
          <a:xfrm>
            <a:off x="374905" y="1490550"/>
            <a:ext cx="3631039" cy="369486"/>
          </a:xfrm>
          <a:prstGeom prst="rect">
            <a:avLst/>
          </a:prstGeo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tx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31" name="Content Placeholder 4">
            <a:extLst>
              <a:ext uri="{FF2B5EF4-FFF2-40B4-BE49-F238E27FC236}">
                <a16:creationId xmlns:a16="http://schemas.microsoft.com/office/drawing/2014/main" id="{31336B0C-F91E-47D8-936F-836334818CB0}"/>
              </a:ext>
            </a:extLst>
          </p:cNvPr>
          <p:cNvSpPr>
            <a:spLocks noGrp="1"/>
          </p:cNvSpPr>
          <p:nvPr>
            <p:ph sz="quarter" idx="17"/>
          </p:nvPr>
        </p:nvSpPr>
        <p:spPr>
          <a:xfrm>
            <a:off x="385100" y="1888132"/>
            <a:ext cx="3628710" cy="4390747"/>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Heading 5">
            <a:extLst>
              <a:ext uri="{FF2B5EF4-FFF2-40B4-BE49-F238E27FC236}">
                <a16:creationId xmlns:a16="http://schemas.microsoft.com/office/drawing/2014/main" id="{1E3C34FD-66F2-429D-BA98-17802C5C837E}"/>
              </a:ext>
            </a:extLst>
          </p:cNvPr>
          <p:cNvSpPr>
            <a:spLocks noGrp="1"/>
          </p:cNvSpPr>
          <p:nvPr>
            <p:ph type="body" sz="quarter" idx="23" hasCustomPrompt="1"/>
          </p:nvPr>
        </p:nvSpPr>
        <p:spPr>
          <a:xfrm>
            <a:off x="4265611" y="1490550"/>
            <a:ext cx="3631039" cy="369486"/>
          </a:xfrm>
          <a:prstGeom prst="rect">
            <a:avLst/>
          </a:prstGeo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tx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18" name="Content Placeholder 6">
            <a:extLst>
              <a:ext uri="{FF2B5EF4-FFF2-40B4-BE49-F238E27FC236}">
                <a16:creationId xmlns:a16="http://schemas.microsoft.com/office/drawing/2014/main" id="{F2DA2588-EB78-4045-A57D-317AA672516D}"/>
              </a:ext>
            </a:extLst>
          </p:cNvPr>
          <p:cNvSpPr>
            <a:spLocks noGrp="1"/>
          </p:cNvSpPr>
          <p:nvPr>
            <p:ph sz="quarter" idx="18"/>
          </p:nvPr>
        </p:nvSpPr>
        <p:spPr>
          <a:xfrm>
            <a:off x="4265611" y="1888132"/>
            <a:ext cx="3628710" cy="4390747"/>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Heading 7">
            <a:extLst>
              <a:ext uri="{FF2B5EF4-FFF2-40B4-BE49-F238E27FC236}">
                <a16:creationId xmlns:a16="http://schemas.microsoft.com/office/drawing/2014/main" id="{2B395F8D-D2D6-46E9-A9E6-236C365E0BE9}"/>
              </a:ext>
            </a:extLst>
          </p:cNvPr>
          <p:cNvSpPr>
            <a:spLocks noGrp="1"/>
          </p:cNvSpPr>
          <p:nvPr>
            <p:ph type="body" sz="quarter" idx="21" hasCustomPrompt="1"/>
          </p:nvPr>
        </p:nvSpPr>
        <p:spPr>
          <a:xfrm>
            <a:off x="8146122" y="1499259"/>
            <a:ext cx="3631039" cy="369486"/>
          </a:xfrm>
          <a:prstGeom prst="rect">
            <a:avLst/>
          </a:prstGeo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tx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19" name="Content Placeholder 8">
            <a:extLst>
              <a:ext uri="{FF2B5EF4-FFF2-40B4-BE49-F238E27FC236}">
                <a16:creationId xmlns:a16="http://schemas.microsoft.com/office/drawing/2014/main" id="{1074A59D-DDE4-4FB2-838A-D5C8E7AD19E1}"/>
              </a:ext>
            </a:extLst>
          </p:cNvPr>
          <p:cNvSpPr>
            <a:spLocks noGrp="1"/>
          </p:cNvSpPr>
          <p:nvPr>
            <p:ph sz="quarter" idx="22"/>
          </p:nvPr>
        </p:nvSpPr>
        <p:spPr>
          <a:xfrm>
            <a:off x="8146122" y="1896841"/>
            <a:ext cx="3628710" cy="4390747"/>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9">
            <a:extLst>
              <a:ext uri="{FF2B5EF4-FFF2-40B4-BE49-F238E27FC236}">
                <a16:creationId xmlns:a16="http://schemas.microsoft.com/office/drawing/2014/main" id="{53F4A635-D29C-5A5D-714B-00FFBC11273D}"/>
              </a:ext>
            </a:extLst>
          </p:cNvPr>
          <p:cNvSpPr>
            <a:spLocks noGrp="1"/>
          </p:cNvSpPr>
          <p:nvPr>
            <p:ph type="ftr" sz="quarter" idx="24"/>
          </p:nvPr>
        </p:nvSpPr>
        <p:spPr/>
        <p:txBody>
          <a:bodyPr/>
          <a:lstStyle>
            <a:lvl1pPr>
              <a:defRPr>
                <a:solidFill>
                  <a:schemeClr val="tx1"/>
                </a:solidFill>
              </a:defRPr>
            </a:lvl1pPr>
          </a:lstStyle>
          <a:p>
            <a:pPr algn="r"/>
            <a:r>
              <a:rPr lang="en-US"/>
              <a:t>Confidential | Authorized HPE partner use only</a:t>
            </a:r>
            <a:endParaRPr lang="en-US" dirty="0"/>
          </a:p>
        </p:txBody>
      </p:sp>
      <p:sp>
        <p:nvSpPr>
          <p:cNvPr id="6" name="Slide Number Placeholder 10">
            <a:extLst>
              <a:ext uri="{FF2B5EF4-FFF2-40B4-BE49-F238E27FC236}">
                <a16:creationId xmlns:a16="http://schemas.microsoft.com/office/drawing/2014/main" id="{83E2F088-5C0B-D552-5583-1D142B559A93}"/>
              </a:ext>
            </a:extLst>
          </p:cNvPr>
          <p:cNvSpPr>
            <a:spLocks noGrp="1"/>
          </p:cNvSpPr>
          <p:nvPr>
            <p:ph type="sldNum" sz="quarter" idx="25"/>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783605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E54251-B0D2-4947-83BB-BD7F95F3A0E8}"/>
              </a:ext>
            </a:extLst>
          </p:cNvPr>
          <p:cNvSpPr>
            <a:spLocks noGrp="1"/>
          </p:cNvSpPr>
          <p:nvPr>
            <p:ph type="title"/>
          </p:nvPr>
        </p:nvSpPr>
        <p:spPr>
          <a:xfrm>
            <a:off x="374904" y="393192"/>
            <a:ext cx="11433978" cy="413258"/>
          </a:xfrm>
        </p:spPr>
        <p:txBody>
          <a:bodyPr lIns="0" tIns="0" rIns="91440" bIns="0"/>
          <a:lstStyle>
            <a:lvl1pPr>
              <a:lnSpc>
                <a:spcPct val="90000"/>
              </a:lnSpc>
              <a:spcBef>
                <a:spcPct val="0"/>
              </a:spcBef>
              <a:spcAft>
                <a:spcPts val="0"/>
              </a:spcAft>
              <a:defRPr sz="3000">
                <a:solidFill>
                  <a:schemeClr val="tx1"/>
                </a:solidFill>
              </a:defRPr>
            </a:lvl1pPr>
          </a:lstStyle>
          <a:p>
            <a:r>
              <a:rPr lang="en-US"/>
              <a:t>Click to edit Master title style</a:t>
            </a:r>
            <a:endParaRPr lang="en-US" dirty="0"/>
          </a:p>
        </p:txBody>
      </p:sp>
      <p:sp>
        <p:nvSpPr>
          <p:cNvPr id="5" name="Footer Placeholder 2">
            <a:extLst>
              <a:ext uri="{FF2B5EF4-FFF2-40B4-BE49-F238E27FC236}">
                <a16:creationId xmlns:a16="http://schemas.microsoft.com/office/drawing/2014/main" id="{920F9A92-64E5-9B39-37FB-32E33BE347B4}"/>
              </a:ext>
            </a:extLst>
          </p:cNvPr>
          <p:cNvSpPr>
            <a:spLocks noGrp="1"/>
          </p:cNvSpPr>
          <p:nvPr>
            <p:ph type="ftr" sz="quarter" idx="10"/>
          </p:nvPr>
        </p:nvSpPr>
        <p:spPr/>
        <p:txBody>
          <a:bodyPr/>
          <a:lstStyle>
            <a:lvl1pPr>
              <a:defRPr>
                <a:solidFill>
                  <a:schemeClr val="tx1"/>
                </a:solidFill>
              </a:defRPr>
            </a:lvl1pPr>
          </a:lstStyle>
          <a:p>
            <a:pPr algn="r"/>
            <a:r>
              <a:rPr lang="en-US"/>
              <a:t>Confidential | Authorized HPE partner use only</a:t>
            </a:r>
            <a:endParaRPr lang="en-US" dirty="0"/>
          </a:p>
        </p:txBody>
      </p:sp>
      <p:sp>
        <p:nvSpPr>
          <p:cNvPr id="6" name="Slide Number Placeholder 3">
            <a:extLst>
              <a:ext uri="{FF2B5EF4-FFF2-40B4-BE49-F238E27FC236}">
                <a16:creationId xmlns:a16="http://schemas.microsoft.com/office/drawing/2014/main" id="{7C1C6913-628D-910F-538E-B2627BE58885}"/>
              </a:ext>
            </a:extLst>
          </p:cNvPr>
          <p:cNvSpPr>
            <a:spLocks noGrp="1"/>
          </p:cNvSpPr>
          <p:nvPr>
            <p:ph type="sldNum" sz="quarter" idx="11"/>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132441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2 Lin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7764AC2A-714D-48E6-8850-2398C74A5907}"/>
              </a:ext>
            </a:extLst>
          </p:cNvPr>
          <p:cNvSpPr>
            <a:spLocks noGrp="1"/>
          </p:cNvSpPr>
          <p:nvPr>
            <p:ph type="title" hasCustomPrompt="1"/>
          </p:nvPr>
        </p:nvSpPr>
        <p:spPr>
          <a:xfrm>
            <a:off x="374904" y="393192"/>
            <a:ext cx="11442628" cy="775846"/>
          </a:xfrm>
        </p:spPr>
        <p:txBody>
          <a:bodyPr lIns="0" tIns="0" rIns="91440" bIns="0" anchor="t"/>
          <a:lstStyle>
            <a:lvl1pPr>
              <a:lnSpc>
                <a:spcPct val="90000"/>
              </a:lnSpc>
              <a:spcBef>
                <a:spcPct val="0"/>
              </a:spcBef>
              <a:spcAft>
                <a:spcPts val="0"/>
              </a:spcAft>
              <a:defRPr sz="3000">
                <a:solidFill>
                  <a:schemeClr val="tx1"/>
                </a:solidFill>
              </a:defRPr>
            </a:lvl1pPr>
          </a:lstStyle>
          <a:p>
            <a:r>
              <a:rPr lang="en-US" dirty="0"/>
              <a:t>Click to add</a:t>
            </a:r>
            <a:br>
              <a:rPr lang="en-US" dirty="0"/>
            </a:br>
            <a:r>
              <a:rPr lang="en-US" dirty="0"/>
              <a:t>two-line title</a:t>
            </a:r>
          </a:p>
        </p:txBody>
      </p:sp>
      <p:sp>
        <p:nvSpPr>
          <p:cNvPr id="4" name="Footer Placeholder 2">
            <a:extLst>
              <a:ext uri="{FF2B5EF4-FFF2-40B4-BE49-F238E27FC236}">
                <a16:creationId xmlns:a16="http://schemas.microsoft.com/office/drawing/2014/main" id="{5366A10F-E470-2340-640E-A14F8662651E}"/>
              </a:ext>
            </a:extLst>
          </p:cNvPr>
          <p:cNvSpPr>
            <a:spLocks noGrp="1"/>
          </p:cNvSpPr>
          <p:nvPr>
            <p:ph type="ftr" sz="quarter" idx="10"/>
          </p:nvPr>
        </p:nvSpPr>
        <p:spPr/>
        <p:txBody>
          <a:bodyPr/>
          <a:lstStyle>
            <a:lvl1pPr>
              <a:defRPr>
                <a:solidFill>
                  <a:schemeClr val="tx1"/>
                </a:solidFill>
              </a:defRPr>
            </a:lvl1pPr>
          </a:lstStyle>
          <a:p>
            <a:pPr algn="r"/>
            <a:r>
              <a:rPr lang="en-US"/>
              <a:t>Confidential | Authorized HPE partner use only</a:t>
            </a:r>
            <a:endParaRPr lang="en-US" dirty="0"/>
          </a:p>
        </p:txBody>
      </p:sp>
      <p:sp>
        <p:nvSpPr>
          <p:cNvPr id="5" name="Slide Number Placeholder 3">
            <a:extLst>
              <a:ext uri="{FF2B5EF4-FFF2-40B4-BE49-F238E27FC236}">
                <a16:creationId xmlns:a16="http://schemas.microsoft.com/office/drawing/2014/main" id="{B75F6F1F-DB9C-06A9-C184-CF5F49CEF669}"/>
              </a:ext>
            </a:extLst>
          </p:cNvPr>
          <p:cNvSpPr>
            <a:spLocks noGrp="1"/>
          </p:cNvSpPr>
          <p:nvPr>
            <p:ph type="sldNum" sz="quarter" idx="11"/>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23757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91D03-EF6B-45A2-9268-5A807C7AE716}"/>
              </a:ext>
            </a:extLst>
          </p:cNvPr>
          <p:cNvSpPr>
            <a:spLocks noGrp="1"/>
          </p:cNvSpPr>
          <p:nvPr>
            <p:ph type="title"/>
          </p:nvPr>
        </p:nvSpPr>
        <p:spPr>
          <a:xfrm>
            <a:off x="374904" y="393192"/>
            <a:ext cx="11433978" cy="413258"/>
          </a:xfrm>
        </p:spPr>
        <p:txBody>
          <a:bodyPr lIns="0" tIns="0" rIns="91440" bIns="0" anchor="t"/>
          <a:lstStyle>
            <a:lvl1pPr>
              <a:lnSpc>
                <a:spcPct val="90000"/>
              </a:lnSpc>
              <a:spcBef>
                <a:spcPct val="0"/>
              </a:spcBef>
              <a:spcAft>
                <a:spcPts val="0"/>
              </a:spcAft>
              <a:defRPr sz="3000">
                <a:solidFill>
                  <a:schemeClr val="tx1"/>
                </a:solidFill>
              </a:defRPr>
            </a:lvl1pPr>
          </a:lstStyle>
          <a:p>
            <a:r>
              <a:rPr lang="en-US"/>
              <a:t>Click to edit Master title style</a:t>
            </a:r>
            <a:endParaRPr lang="en-US" dirty="0"/>
          </a:p>
        </p:txBody>
      </p:sp>
      <p:sp>
        <p:nvSpPr>
          <p:cNvPr id="13" name="Subtitle 2">
            <a:extLst>
              <a:ext uri="{FF2B5EF4-FFF2-40B4-BE49-F238E27FC236}">
                <a16:creationId xmlns:a16="http://schemas.microsoft.com/office/drawing/2014/main" id="{71AE6212-DACF-49FB-929D-2FA8B00CFD70}"/>
              </a:ext>
            </a:extLst>
          </p:cNvPr>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1000"/>
              </a:spcBef>
              <a:spcAft>
                <a:spcPts val="0"/>
              </a:spcAft>
              <a:buNone/>
              <a:defRPr sz="2000" baseline="0" dirty="0">
                <a:solidFill>
                  <a:schemeClr val="tx1"/>
                </a:solidFill>
                <a:latin typeface="+mn-lt"/>
              </a:defRPr>
            </a:lvl1pPr>
          </a:lstStyle>
          <a:p>
            <a:pPr marL="182880" lvl="0" indent="-182880">
              <a:spcBef>
                <a:spcPts val="0"/>
              </a:spcBef>
            </a:pPr>
            <a:r>
              <a:rPr lang="en-US" dirty="0"/>
              <a:t>Click to add one-line subtitle</a:t>
            </a:r>
          </a:p>
        </p:txBody>
      </p:sp>
      <p:sp>
        <p:nvSpPr>
          <p:cNvPr id="5" name="Footer Placeholder 3">
            <a:extLst>
              <a:ext uri="{FF2B5EF4-FFF2-40B4-BE49-F238E27FC236}">
                <a16:creationId xmlns:a16="http://schemas.microsoft.com/office/drawing/2014/main" id="{94FA5188-3004-E27B-6C13-6CEBF1DE5A14}"/>
              </a:ext>
            </a:extLst>
          </p:cNvPr>
          <p:cNvSpPr>
            <a:spLocks noGrp="1"/>
          </p:cNvSpPr>
          <p:nvPr>
            <p:ph type="ftr" sz="quarter" idx="14"/>
          </p:nvPr>
        </p:nvSpPr>
        <p:spPr/>
        <p:txBody>
          <a:bodyPr/>
          <a:lstStyle>
            <a:lvl1pPr>
              <a:defRPr>
                <a:solidFill>
                  <a:schemeClr val="tx1"/>
                </a:solidFill>
              </a:defRPr>
            </a:lvl1pPr>
          </a:lstStyle>
          <a:p>
            <a:pPr algn="r"/>
            <a:r>
              <a:rPr lang="en-US"/>
              <a:t>Confidential | Authorized HPE partner use only</a:t>
            </a:r>
            <a:endParaRPr lang="en-US" dirty="0"/>
          </a:p>
        </p:txBody>
      </p:sp>
      <p:sp>
        <p:nvSpPr>
          <p:cNvPr id="6" name="Slide Number Placeholder 4">
            <a:extLst>
              <a:ext uri="{FF2B5EF4-FFF2-40B4-BE49-F238E27FC236}">
                <a16:creationId xmlns:a16="http://schemas.microsoft.com/office/drawing/2014/main" id="{73A4466B-6230-7EB6-5A32-83ABCAD0DC50}"/>
              </a:ext>
            </a:extLst>
          </p:cNvPr>
          <p:cNvSpPr>
            <a:spLocks noGrp="1"/>
          </p:cNvSpPr>
          <p:nvPr>
            <p:ph type="sldNum" sz="quarter" idx="15"/>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603788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Subtitle, 2 Lin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5535819F-7681-4776-AE9B-BEAB22E80CFE}"/>
              </a:ext>
            </a:extLst>
          </p:cNvPr>
          <p:cNvSpPr>
            <a:spLocks noGrp="1"/>
          </p:cNvSpPr>
          <p:nvPr>
            <p:ph type="title" hasCustomPrompt="1"/>
          </p:nvPr>
        </p:nvSpPr>
        <p:spPr>
          <a:xfrm>
            <a:off x="374904" y="393192"/>
            <a:ext cx="11442628" cy="775846"/>
          </a:xfrm>
        </p:spPr>
        <p:txBody>
          <a:bodyPr lIns="0" tIns="0" rIns="91440" bIns="0" anchor="t"/>
          <a:lstStyle>
            <a:lvl1pPr>
              <a:lnSpc>
                <a:spcPct val="90000"/>
              </a:lnSpc>
              <a:spcBef>
                <a:spcPct val="0"/>
              </a:spcBef>
              <a:spcAft>
                <a:spcPts val="0"/>
              </a:spcAft>
              <a:defRPr sz="3000">
                <a:solidFill>
                  <a:schemeClr val="tx1"/>
                </a:solidFill>
              </a:defRPr>
            </a:lvl1pPr>
          </a:lstStyle>
          <a:p>
            <a:r>
              <a:rPr lang="en-US" dirty="0"/>
              <a:t>Click to add</a:t>
            </a:r>
            <a:br>
              <a:rPr lang="en-US" dirty="0"/>
            </a:br>
            <a:r>
              <a:rPr lang="en-US" dirty="0"/>
              <a:t>two-line title</a:t>
            </a:r>
          </a:p>
        </p:txBody>
      </p:sp>
      <p:sp>
        <p:nvSpPr>
          <p:cNvPr id="9" name="Subtitle 2">
            <a:extLst>
              <a:ext uri="{FF2B5EF4-FFF2-40B4-BE49-F238E27FC236}">
                <a16:creationId xmlns:a16="http://schemas.microsoft.com/office/drawing/2014/main" id="{6957406C-CA6F-47F8-9FC9-A15BE313C415}"/>
              </a:ext>
            </a:extLst>
          </p:cNvPr>
          <p:cNvSpPr>
            <a:spLocks noGrp="1"/>
          </p:cNvSpPr>
          <p:nvPr>
            <p:ph type="body" sz="quarter" idx="13" hasCustomPrompt="1"/>
          </p:nvPr>
        </p:nvSpPr>
        <p:spPr>
          <a:xfrm>
            <a:off x="374904" y="1216152"/>
            <a:ext cx="11442626" cy="369486"/>
          </a:xfrm>
          <a:prstGeom prst="rect">
            <a:avLst/>
          </a:prstGeom>
        </p:spPr>
        <p:txBody>
          <a:bodyPr vert="horz" lIns="0" tIns="0" rIns="0" bIns="45720" rtlCol="0" anchor="t">
            <a:noAutofit/>
          </a:bodyPr>
          <a:lstStyle>
            <a:lvl1pPr marL="0" indent="0">
              <a:lnSpc>
                <a:spcPct val="100000"/>
              </a:lnSpc>
              <a:spcBef>
                <a:spcPts val="1000"/>
              </a:spcBef>
              <a:spcAft>
                <a:spcPts val="0"/>
              </a:spcAft>
              <a:buNone/>
              <a:defRPr sz="2000" baseline="0" dirty="0">
                <a:solidFill>
                  <a:schemeClr val="tx1"/>
                </a:solidFill>
                <a:latin typeface="+mn-lt"/>
              </a:defRPr>
            </a:lvl1pPr>
          </a:lstStyle>
          <a:p>
            <a:pPr marL="182880" lvl="0" indent="-182880">
              <a:spcBef>
                <a:spcPts val="0"/>
              </a:spcBef>
            </a:pPr>
            <a:r>
              <a:rPr lang="en-US" dirty="0"/>
              <a:t>Click to add one-line subtitle</a:t>
            </a:r>
          </a:p>
        </p:txBody>
      </p:sp>
      <p:sp>
        <p:nvSpPr>
          <p:cNvPr id="4" name="Footer Placeholder 3">
            <a:extLst>
              <a:ext uri="{FF2B5EF4-FFF2-40B4-BE49-F238E27FC236}">
                <a16:creationId xmlns:a16="http://schemas.microsoft.com/office/drawing/2014/main" id="{200EC1AB-5084-D572-D008-65E0904E99A7}"/>
              </a:ext>
            </a:extLst>
          </p:cNvPr>
          <p:cNvSpPr>
            <a:spLocks noGrp="1"/>
          </p:cNvSpPr>
          <p:nvPr>
            <p:ph type="ftr" sz="quarter" idx="14"/>
          </p:nvPr>
        </p:nvSpPr>
        <p:spPr/>
        <p:txBody>
          <a:bodyPr/>
          <a:lstStyle>
            <a:lvl1pPr>
              <a:defRPr>
                <a:solidFill>
                  <a:schemeClr val="tx1"/>
                </a:solidFill>
              </a:defRPr>
            </a:lvl1p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A93AFB48-7218-4A49-8C9C-891144C1538E}"/>
              </a:ext>
            </a:extLst>
          </p:cNvPr>
          <p:cNvSpPr>
            <a:spLocks noGrp="1"/>
          </p:cNvSpPr>
          <p:nvPr>
            <p:ph type="sldNum" sz="quarter" idx="15"/>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031791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B1C1C31-7119-4D9E-8DED-87033B4B0713}"/>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5" name="Picture Placeholder 2"/>
          <p:cNvSpPr>
            <a:spLocks noGrp="1"/>
          </p:cNvSpPr>
          <p:nvPr>
            <p:ph type="pic" sz="quarter" idx="18" hasCustomPrompt="1"/>
          </p:nvPr>
        </p:nvSpPr>
        <p:spPr>
          <a:xfrm>
            <a:off x="381000" y="999540"/>
            <a:ext cx="7470648" cy="5096460"/>
          </a:xfrm>
          <a:prstGeom prst="rect">
            <a:avLst/>
          </a:prstGeom>
          <a:ln>
            <a:noFill/>
            <a:miter lim="800000"/>
          </a:ln>
        </p:spPr>
        <p:txBody>
          <a:bodyPr anchor="ctr"/>
          <a:lstStyle>
            <a:lvl1pPr marL="0" indent="0" algn="ctr">
              <a:buNone/>
              <a:defRPr>
                <a:solidFill>
                  <a:schemeClr val="tx1"/>
                </a:solidFill>
                <a:latin typeface="+mn-lt"/>
              </a:defRPr>
            </a:lvl1pPr>
          </a:lstStyle>
          <a:p>
            <a:r>
              <a:rPr lang="en-US" dirty="0"/>
              <a:t>Click to add picture</a:t>
            </a:r>
          </a:p>
        </p:txBody>
      </p:sp>
      <p:sp>
        <p:nvSpPr>
          <p:cNvPr id="9" name="Content Placeholder 3">
            <a:extLst>
              <a:ext uri="{FF2B5EF4-FFF2-40B4-BE49-F238E27FC236}">
                <a16:creationId xmlns:a16="http://schemas.microsoft.com/office/drawing/2014/main" id="{184DB124-5DB1-4AD3-9276-D81D2209D170}"/>
              </a:ext>
            </a:extLst>
          </p:cNvPr>
          <p:cNvSpPr>
            <a:spLocks noGrp="1"/>
          </p:cNvSpPr>
          <p:nvPr>
            <p:ph sz="quarter" idx="22"/>
          </p:nvPr>
        </p:nvSpPr>
        <p:spPr>
          <a:xfrm>
            <a:off x="8294255" y="999540"/>
            <a:ext cx="3479038" cy="5100531"/>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80F377B5-1282-FF1A-9E56-8C043D9FCD98}"/>
              </a:ext>
            </a:extLst>
          </p:cNvPr>
          <p:cNvSpPr>
            <a:spLocks noGrp="1"/>
          </p:cNvSpPr>
          <p:nvPr>
            <p:ph type="ftr" sz="quarter" idx="23"/>
          </p:nvPr>
        </p:nvSpPr>
        <p:spPr/>
        <p:txBody>
          <a:bodyPr/>
          <a:lstStyle>
            <a:lvl1pPr>
              <a:defRPr>
                <a:solidFill>
                  <a:schemeClr val="tx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90F3186F-3885-5DE5-8FA5-6CD9D9747D48}"/>
              </a:ext>
            </a:extLst>
          </p:cNvPr>
          <p:cNvSpPr>
            <a:spLocks noGrp="1"/>
          </p:cNvSpPr>
          <p:nvPr>
            <p:ph type="sldNum" sz="quarter" idx="24"/>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334428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Pictures with Tex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8DA0A33-9CC4-4DCC-85C5-5D814DA5F52A}"/>
              </a:ext>
            </a:extLst>
          </p:cNvPr>
          <p:cNvSpPr>
            <a:spLocks noGrp="1"/>
          </p:cNvSpPr>
          <p:nvPr>
            <p:ph type="title"/>
          </p:nvPr>
        </p:nvSpPr>
        <p:spPr/>
        <p:txBody>
          <a:bodyPr/>
          <a:lstStyle/>
          <a:p>
            <a:r>
              <a:rPr lang="en-US"/>
              <a:t>Click to edit Master title style</a:t>
            </a:r>
            <a:endParaRPr lang="en-US" dirty="0"/>
          </a:p>
        </p:txBody>
      </p:sp>
      <p:sp>
        <p:nvSpPr>
          <p:cNvPr id="21" name="Picture Placeholder 2">
            <a:extLst>
              <a:ext uri="{FF2B5EF4-FFF2-40B4-BE49-F238E27FC236}">
                <a16:creationId xmlns:a16="http://schemas.microsoft.com/office/drawing/2014/main" id="{D48EE7C4-611A-445E-A636-05C3A89474E9}"/>
              </a:ext>
            </a:extLst>
          </p:cNvPr>
          <p:cNvSpPr>
            <a:spLocks noGrp="1"/>
          </p:cNvSpPr>
          <p:nvPr>
            <p:ph type="pic" sz="quarter" idx="18" hasCustomPrompt="1"/>
          </p:nvPr>
        </p:nvSpPr>
        <p:spPr>
          <a:xfrm>
            <a:off x="381000" y="999540"/>
            <a:ext cx="5562600" cy="3132000"/>
          </a:xfrm>
          <a:prstGeom prst="rect">
            <a:avLst/>
          </a:prstGeom>
        </p:spPr>
        <p:txBody>
          <a:bodyPr anchor="ctr"/>
          <a:lstStyle>
            <a:lvl1pPr marL="0" indent="0" algn="ctr">
              <a:buNone/>
              <a:defRPr>
                <a:latin typeface="+mn-lt"/>
              </a:defRPr>
            </a:lvl1pPr>
          </a:lstStyle>
          <a:p>
            <a:r>
              <a:rPr lang="en-US" dirty="0"/>
              <a:t>Click to add picture</a:t>
            </a:r>
          </a:p>
        </p:txBody>
      </p:sp>
      <p:sp>
        <p:nvSpPr>
          <p:cNvPr id="12" name="Text Placeholder 3">
            <a:extLst>
              <a:ext uri="{FF2B5EF4-FFF2-40B4-BE49-F238E27FC236}">
                <a16:creationId xmlns:a16="http://schemas.microsoft.com/office/drawing/2014/main" id="{FF3BA045-26B3-4E52-9906-6D3BA878767E}"/>
              </a:ext>
            </a:extLst>
          </p:cNvPr>
          <p:cNvSpPr>
            <a:spLocks noGrp="1"/>
          </p:cNvSpPr>
          <p:nvPr>
            <p:ph type="body" sz="quarter" idx="14"/>
          </p:nvPr>
        </p:nvSpPr>
        <p:spPr>
          <a:xfrm>
            <a:off x="374904" y="4181475"/>
            <a:ext cx="5564990" cy="1984375"/>
          </a:xfrm>
          <a:prstGeom prst="rect">
            <a:avLst/>
          </a:prstGeo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Picture Placeholder 4">
            <a:extLst>
              <a:ext uri="{FF2B5EF4-FFF2-40B4-BE49-F238E27FC236}">
                <a16:creationId xmlns:a16="http://schemas.microsoft.com/office/drawing/2014/main" id="{BFE93BF0-E1B7-4E00-B095-E182346B5D7F}"/>
              </a:ext>
            </a:extLst>
          </p:cNvPr>
          <p:cNvSpPr>
            <a:spLocks noGrp="1"/>
          </p:cNvSpPr>
          <p:nvPr>
            <p:ph type="pic" sz="quarter" idx="20" hasCustomPrompt="1"/>
          </p:nvPr>
        </p:nvSpPr>
        <p:spPr>
          <a:xfrm>
            <a:off x="6222013" y="985963"/>
            <a:ext cx="5562000" cy="3132000"/>
          </a:xfrm>
          <a:prstGeom prst="rect">
            <a:avLst/>
          </a:prstGeom>
        </p:spPr>
        <p:txBody>
          <a:bodyPr anchor="ctr"/>
          <a:lstStyle>
            <a:lvl1pPr marL="0" indent="0" algn="ctr">
              <a:buNone/>
              <a:defRPr>
                <a:latin typeface="+mn-lt"/>
              </a:defRPr>
            </a:lvl1pPr>
          </a:lstStyle>
          <a:p>
            <a:r>
              <a:rPr lang="en-US" dirty="0"/>
              <a:t>Click to add picture</a:t>
            </a:r>
          </a:p>
        </p:txBody>
      </p:sp>
      <p:sp>
        <p:nvSpPr>
          <p:cNvPr id="13" name="Text Placeholder 5">
            <a:extLst>
              <a:ext uri="{FF2B5EF4-FFF2-40B4-BE49-F238E27FC236}">
                <a16:creationId xmlns:a16="http://schemas.microsoft.com/office/drawing/2014/main" id="{5A3D17EC-2963-45F0-9DC4-19C039BA810F}"/>
              </a:ext>
            </a:extLst>
          </p:cNvPr>
          <p:cNvSpPr>
            <a:spLocks noGrp="1"/>
          </p:cNvSpPr>
          <p:nvPr>
            <p:ph type="body" sz="quarter" idx="25"/>
          </p:nvPr>
        </p:nvSpPr>
        <p:spPr>
          <a:xfrm>
            <a:off x="6219023" y="4131540"/>
            <a:ext cx="5564990" cy="2034310"/>
          </a:xfrm>
          <a:prstGeom prst="rect">
            <a:avLst/>
          </a:prstGeo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6">
            <a:extLst>
              <a:ext uri="{FF2B5EF4-FFF2-40B4-BE49-F238E27FC236}">
                <a16:creationId xmlns:a16="http://schemas.microsoft.com/office/drawing/2014/main" id="{DF64BF61-1E66-23EC-73D9-9D4373CF4EF7}"/>
              </a:ext>
            </a:extLst>
          </p:cNvPr>
          <p:cNvSpPr>
            <a:spLocks noGrp="1"/>
          </p:cNvSpPr>
          <p:nvPr>
            <p:ph type="ftr" sz="quarter" idx="26"/>
          </p:nvPr>
        </p:nvSpPr>
        <p:spPr/>
        <p:txBody>
          <a:bodyPr/>
          <a:lstStyle/>
          <a:p>
            <a:pPr algn="r"/>
            <a:r>
              <a:rPr lang="en-US"/>
              <a:t>Confidential | Authorized HPE partner use only</a:t>
            </a:r>
            <a:endParaRPr lang="en-US" dirty="0"/>
          </a:p>
        </p:txBody>
      </p:sp>
      <p:sp>
        <p:nvSpPr>
          <p:cNvPr id="6" name="Slide Number Placeholder 7">
            <a:extLst>
              <a:ext uri="{FF2B5EF4-FFF2-40B4-BE49-F238E27FC236}">
                <a16:creationId xmlns:a16="http://schemas.microsoft.com/office/drawing/2014/main" id="{7F4CAAFC-7C73-8B7A-5AEF-933F0A6EB319}"/>
              </a:ext>
            </a:extLst>
          </p:cNvPr>
          <p:cNvSpPr>
            <a:spLocks noGrp="1"/>
          </p:cNvSpPr>
          <p:nvPr>
            <p:ph type="sldNum" sz="quarter" idx="27"/>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47419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Pictures with Tex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8DA0A33-9CC4-4DCC-85C5-5D814DA5F52A}"/>
              </a:ext>
            </a:extLst>
          </p:cNvPr>
          <p:cNvSpPr>
            <a:spLocks noGrp="1"/>
          </p:cNvSpPr>
          <p:nvPr>
            <p:ph type="title"/>
          </p:nvPr>
        </p:nvSpPr>
        <p:spPr/>
        <p:txBody>
          <a:bodyPr/>
          <a:lstStyle/>
          <a:p>
            <a:r>
              <a:rPr lang="en-US"/>
              <a:t>Click to edit Master title style</a:t>
            </a:r>
            <a:endParaRPr lang="en-US" dirty="0"/>
          </a:p>
        </p:txBody>
      </p:sp>
      <p:sp>
        <p:nvSpPr>
          <p:cNvPr id="19" name="Picture Placeholder 2"/>
          <p:cNvSpPr>
            <a:spLocks noGrp="1"/>
          </p:cNvSpPr>
          <p:nvPr>
            <p:ph type="pic" sz="quarter" idx="18" hasCustomPrompt="1"/>
          </p:nvPr>
        </p:nvSpPr>
        <p:spPr>
          <a:xfrm>
            <a:off x="379447" y="999540"/>
            <a:ext cx="3678308" cy="3132000"/>
          </a:xfrm>
          <a:prstGeom prst="rect">
            <a:avLst/>
          </a:prstGeom>
        </p:spPr>
        <p:txBody>
          <a:bodyPr anchor="ctr"/>
          <a:lstStyle>
            <a:lvl1pPr marL="0" indent="0" algn="ctr">
              <a:buNone/>
              <a:defRPr>
                <a:latin typeface="+mn-lt"/>
              </a:defRPr>
            </a:lvl1pPr>
          </a:lstStyle>
          <a:p>
            <a:r>
              <a:rPr lang="en-US" dirty="0"/>
              <a:t>Click to add picture</a:t>
            </a:r>
          </a:p>
        </p:txBody>
      </p:sp>
      <p:sp>
        <p:nvSpPr>
          <p:cNvPr id="12" name="Text Placeholder 3">
            <a:extLst>
              <a:ext uri="{FF2B5EF4-FFF2-40B4-BE49-F238E27FC236}">
                <a16:creationId xmlns:a16="http://schemas.microsoft.com/office/drawing/2014/main" id="{FF3BA045-26B3-4E52-9906-6D3BA878767E}"/>
              </a:ext>
            </a:extLst>
          </p:cNvPr>
          <p:cNvSpPr>
            <a:spLocks noGrp="1"/>
          </p:cNvSpPr>
          <p:nvPr>
            <p:ph type="body" sz="quarter" idx="14"/>
          </p:nvPr>
        </p:nvSpPr>
        <p:spPr>
          <a:xfrm>
            <a:off x="374904" y="4184650"/>
            <a:ext cx="3684404" cy="1981200"/>
          </a:xfrm>
          <a:prstGeom prst="rect">
            <a:avLst/>
          </a:prstGeom>
        </p:spPr>
        <p:txBody>
          <a:bodyPr/>
          <a:lstStyle>
            <a:lvl1pPr marL="0" indent="0">
              <a:buNone/>
              <a:defRPr>
                <a:latin typeface="+mn-lt"/>
              </a:defRPr>
            </a:lvl1pPr>
            <a:lvl2pPr>
              <a:defRPr>
                <a:latin typeface="+mn-lt"/>
              </a:defRPr>
            </a:lvl2pPr>
            <a:lvl3pPr>
              <a:defRPr>
                <a:latin typeface="+mn-lt"/>
              </a:defRPr>
            </a:lvl3pPr>
            <a:lvl4pPr marL="540000" indent="0">
              <a:buNone/>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p:txBody>
      </p:sp>
      <p:sp>
        <p:nvSpPr>
          <p:cNvPr id="25" name="Picture Placeholder 4"/>
          <p:cNvSpPr>
            <a:spLocks noGrp="1"/>
          </p:cNvSpPr>
          <p:nvPr>
            <p:ph type="pic" sz="quarter" idx="20" hasCustomPrompt="1"/>
          </p:nvPr>
        </p:nvSpPr>
        <p:spPr>
          <a:xfrm>
            <a:off x="4239004" y="999540"/>
            <a:ext cx="3678308" cy="3132000"/>
          </a:xfrm>
          <a:prstGeom prst="rect">
            <a:avLst/>
          </a:prstGeom>
        </p:spPr>
        <p:txBody>
          <a:bodyPr anchor="ctr"/>
          <a:lstStyle>
            <a:lvl1pPr marL="0" indent="0" algn="ctr">
              <a:buNone/>
              <a:defRPr>
                <a:latin typeface="+mn-lt"/>
              </a:defRPr>
            </a:lvl1pPr>
          </a:lstStyle>
          <a:p>
            <a:r>
              <a:rPr lang="en-US" dirty="0"/>
              <a:t>Click to add picture</a:t>
            </a:r>
          </a:p>
        </p:txBody>
      </p:sp>
      <p:sp>
        <p:nvSpPr>
          <p:cNvPr id="13" name="Text Placeholder 5">
            <a:extLst>
              <a:ext uri="{FF2B5EF4-FFF2-40B4-BE49-F238E27FC236}">
                <a16:creationId xmlns:a16="http://schemas.microsoft.com/office/drawing/2014/main" id="{5A3D17EC-2963-45F0-9DC4-19C039BA810F}"/>
              </a:ext>
            </a:extLst>
          </p:cNvPr>
          <p:cNvSpPr>
            <a:spLocks noGrp="1"/>
          </p:cNvSpPr>
          <p:nvPr>
            <p:ph type="body" sz="quarter" idx="25"/>
          </p:nvPr>
        </p:nvSpPr>
        <p:spPr>
          <a:xfrm>
            <a:off x="4232908" y="4184650"/>
            <a:ext cx="3684404" cy="1981200"/>
          </a:xfrm>
          <a:prstGeom prst="rect">
            <a:avLst/>
          </a:prstGeo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p:txBody>
      </p:sp>
      <p:sp>
        <p:nvSpPr>
          <p:cNvPr id="27" name="Picture Placeholder 6"/>
          <p:cNvSpPr>
            <a:spLocks noGrp="1"/>
          </p:cNvSpPr>
          <p:nvPr>
            <p:ph type="pic" sz="quarter" idx="22" hasCustomPrompt="1"/>
          </p:nvPr>
        </p:nvSpPr>
        <p:spPr>
          <a:xfrm>
            <a:off x="8097009" y="999540"/>
            <a:ext cx="3678308" cy="3132000"/>
          </a:xfrm>
          <a:prstGeom prst="rect">
            <a:avLst/>
          </a:prstGeom>
        </p:spPr>
        <p:txBody>
          <a:bodyPr anchor="ctr"/>
          <a:lstStyle>
            <a:lvl1pPr marL="0" indent="0" algn="ctr">
              <a:buNone/>
              <a:defRPr>
                <a:latin typeface="+mn-lt"/>
              </a:defRPr>
            </a:lvl1pPr>
          </a:lstStyle>
          <a:p>
            <a:r>
              <a:rPr lang="en-US" dirty="0"/>
              <a:t>Click to add picture</a:t>
            </a:r>
          </a:p>
        </p:txBody>
      </p:sp>
      <p:sp>
        <p:nvSpPr>
          <p:cNvPr id="15" name="Text Placeholder 7">
            <a:extLst>
              <a:ext uri="{FF2B5EF4-FFF2-40B4-BE49-F238E27FC236}">
                <a16:creationId xmlns:a16="http://schemas.microsoft.com/office/drawing/2014/main" id="{145BD124-6171-43C5-8405-25101FA6FBFB}"/>
              </a:ext>
            </a:extLst>
          </p:cNvPr>
          <p:cNvSpPr>
            <a:spLocks noGrp="1"/>
          </p:cNvSpPr>
          <p:nvPr>
            <p:ph type="body" sz="quarter" idx="26"/>
          </p:nvPr>
        </p:nvSpPr>
        <p:spPr>
          <a:xfrm>
            <a:off x="8090912" y="4184650"/>
            <a:ext cx="3684405" cy="1981200"/>
          </a:xfrm>
          <a:prstGeom prst="rect">
            <a:avLst/>
          </a:prstGeo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p:txBody>
      </p:sp>
      <p:sp>
        <p:nvSpPr>
          <p:cNvPr id="5" name="Footer Placeholder 8">
            <a:extLst>
              <a:ext uri="{FF2B5EF4-FFF2-40B4-BE49-F238E27FC236}">
                <a16:creationId xmlns:a16="http://schemas.microsoft.com/office/drawing/2014/main" id="{B7CE0358-7593-FDA7-B0FB-FF0EC1E32039}"/>
              </a:ext>
            </a:extLst>
          </p:cNvPr>
          <p:cNvSpPr>
            <a:spLocks noGrp="1"/>
          </p:cNvSpPr>
          <p:nvPr>
            <p:ph type="ftr" sz="quarter" idx="27"/>
          </p:nvPr>
        </p:nvSpPr>
        <p:spPr/>
        <p:txBody>
          <a:bodyPr/>
          <a:lstStyle/>
          <a:p>
            <a:pPr algn="r"/>
            <a:r>
              <a:rPr lang="en-US"/>
              <a:t>Confidential | Authorized HPE partner use only</a:t>
            </a:r>
            <a:endParaRPr lang="en-US" dirty="0"/>
          </a:p>
        </p:txBody>
      </p:sp>
      <p:sp>
        <p:nvSpPr>
          <p:cNvPr id="6" name="Slide Number Placeholder 9">
            <a:extLst>
              <a:ext uri="{FF2B5EF4-FFF2-40B4-BE49-F238E27FC236}">
                <a16:creationId xmlns:a16="http://schemas.microsoft.com/office/drawing/2014/main" id="{C087F768-80AD-E284-7CB0-AA45A8DB30A4}"/>
              </a:ext>
            </a:extLst>
          </p:cNvPr>
          <p:cNvSpPr>
            <a:spLocks noGrp="1"/>
          </p:cNvSpPr>
          <p:nvPr>
            <p:ph type="sldNum" sz="quarter" idx="28"/>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316326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Multipurpose">
    <p:spTree>
      <p:nvGrpSpPr>
        <p:cNvPr id="1" name=""/>
        <p:cNvGrpSpPr/>
        <p:nvPr/>
      </p:nvGrpSpPr>
      <p:grpSpPr>
        <a:xfrm>
          <a:off x="0" y="0"/>
          <a:ext cx="0" cy="0"/>
          <a:chOff x="0" y="0"/>
          <a:chExt cx="0" cy="0"/>
        </a:xfrm>
      </p:grpSpPr>
      <p:sp>
        <p:nvSpPr>
          <p:cNvPr id="2" name="Title 1"/>
          <p:cNvSpPr>
            <a:spLocks noGrp="1"/>
          </p:cNvSpPr>
          <p:nvPr>
            <p:ph type="title"/>
          </p:nvPr>
        </p:nvSpPr>
        <p:spPr>
          <a:xfrm>
            <a:off x="374904" y="393192"/>
            <a:ext cx="11433978" cy="415498"/>
          </a:xfrm>
        </p:spPr>
        <p:txBody>
          <a:bodyPr lIns="0" tIns="0" rIns="91440" bIns="0" anchor="t"/>
          <a:lstStyle>
            <a:lvl1pPr>
              <a:lnSpc>
                <a:spcPct val="90000"/>
              </a:lnSpc>
              <a:spcBef>
                <a:spcPct val="0"/>
              </a:spcBef>
              <a:spcAft>
                <a:spcPts val="0"/>
              </a:spcAft>
              <a:defRPr sz="3000">
                <a:solidFill>
                  <a:srgbClr val="292D3A"/>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7B045ACD-D682-9F85-8976-3DE690571A0C}"/>
              </a:ext>
            </a:extLst>
          </p:cNvPr>
          <p:cNvSpPr>
            <a:spLocks noGrp="1"/>
          </p:cNvSpPr>
          <p:nvPr>
            <p:ph type="body" sz="quarter" idx="17"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1000"/>
              </a:spcBef>
              <a:spcAft>
                <a:spcPts val="0"/>
              </a:spcAft>
              <a:buFont typeface="" panose="020B0604020202020204" pitchFamily="34" charset="0"/>
              <a:buNone/>
              <a:defRPr sz="2000" baseline="0" dirty="0">
                <a:solidFill>
                  <a:srgbClr val="292D3A"/>
                </a:solidFill>
                <a:latin typeface="+mn-lt"/>
              </a:defRPr>
            </a:lvl1pPr>
          </a:lstStyle>
          <a:p>
            <a:pPr marL="182880" lvl="0" indent="-182880">
              <a:spcBef>
                <a:spcPts val="0"/>
              </a:spcBef>
            </a:pPr>
            <a:r>
              <a:rPr lang="en-US" dirty="0"/>
              <a:t>Click to add one-line subtitle</a:t>
            </a:r>
          </a:p>
        </p:txBody>
      </p:sp>
      <p:sp>
        <p:nvSpPr>
          <p:cNvPr id="7" name="Text Placeholder 3"/>
          <p:cNvSpPr>
            <a:spLocks noGrp="1"/>
          </p:cNvSpPr>
          <p:nvPr>
            <p:ph type="body" sz="quarter" idx="14"/>
          </p:nvPr>
        </p:nvSpPr>
        <p:spPr>
          <a:xfrm>
            <a:off x="374905" y="1541418"/>
            <a:ext cx="3393532" cy="4729842"/>
          </a:xfrm>
          <a:prstGeom prst="rect">
            <a:avLst/>
          </a:prstGeom>
        </p:spPr>
        <p:txBody>
          <a:bodyPr lIns="0" tIns="45720" rIns="0" bIns="45720"/>
          <a:lstStyle>
            <a:lvl1pPr>
              <a:spcAft>
                <a:spcPts val="0"/>
              </a:spcAft>
              <a:defRPr>
                <a:solidFill>
                  <a:srgbClr val="292D3A"/>
                </a:solidFill>
                <a:latin typeface="+mn-lt"/>
              </a:defRPr>
            </a:lvl1pPr>
            <a:lvl2pPr>
              <a:spcAft>
                <a:spcPts val="0"/>
              </a:spcAft>
              <a:defRPr>
                <a:solidFill>
                  <a:srgbClr val="292D3A"/>
                </a:solidFill>
                <a:latin typeface="+mn-lt"/>
              </a:defRPr>
            </a:lvl2pPr>
            <a:lvl3pPr>
              <a:spcAft>
                <a:spcPts val="0"/>
              </a:spcAft>
              <a:defRPr>
                <a:solidFill>
                  <a:srgbClr val="292D3A"/>
                </a:solidFill>
                <a:latin typeface="+mn-lt"/>
              </a:defRPr>
            </a:lvl3pPr>
            <a:lvl4pPr>
              <a:spcAft>
                <a:spcPts val="0"/>
              </a:spcAft>
              <a:defRPr>
                <a:solidFill>
                  <a:srgbClr val="292D3A"/>
                </a:solidFill>
                <a:latin typeface="+mn-lt"/>
              </a:defRPr>
            </a:lvl4pPr>
            <a:lvl5pPr>
              <a:spcAft>
                <a:spcPts val="0"/>
              </a:spcAft>
              <a:defRPr>
                <a:solidFill>
                  <a:srgbClr val="292D3A"/>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p:cNvSpPr>
            <a:spLocks noGrp="1"/>
          </p:cNvSpPr>
          <p:nvPr>
            <p:ph sz="quarter" idx="13"/>
          </p:nvPr>
        </p:nvSpPr>
        <p:spPr>
          <a:xfrm>
            <a:off x="4100945" y="1533798"/>
            <a:ext cx="7707937" cy="4737462"/>
          </a:xfrm>
          <a:prstGeom prst="rect">
            <a:avLst/>
          </a:prstGeom>
        </p:spPr>
        <p:txBody>
          <a:bodyPr lIns="0" tIns="45720" rIns="0" bIns="45720" anchor="ctr"/>
          <a:lstStyle>
            <a:lvl1pPr>
              <a:spcAft>
                <a:spcPts val="0"/>
              </a:spcAft>
              <a:defRPr>
                <a:solidFill>
                  <a:srgbClr val="292D3A"/>
                </a:solidFill>
                <a:latin typeface="+mn-lt"/>
              </a:defRPr>
            </a:lvl1pPr>
            <a:lvl2pPr>
              <a:spcAft>
                <a:spcPts val="0"/>
              </a:spcAft>
              <a:defRPr>
                <a:solidFill>
                  <a:srgbClr val="292D3A"/>
                </a:solidFill>
                <a:latin typeface="+mn-lt"/>
              </a:defRPr>
            </a:lvl2pPr>
            <a:lvl3pPr>
              <a:spcAft>
                <a:spcPts val="0"/>
              </a:spcAft>
              <a:defRPr>
                <a:solidFill>
                  <a:srgbClr val="292D3A"/>
                </a:solidFill>
                <a:latin typeface="+mn-lt"/>
              </a:defRPr>
            </a:lvl3pPr>
            <a:lvl4pPr>
              <a:spcAft>
                <a:spcPts val="0"/>
              </a:spcAft>
              <a:defRPr>
                <a:solidFill>
                  <a:srgbClr val="292D3A"/>
                </a:solidFill>
                <a:latin typeface="+mn-lt"/>
              </a:defRPr>
            </a:lvl4pPr>
            <a:lvl5pPr>
              <a:spcAft>
                <a:spcPts val="0"/>
              </a:spcAft>
              <a:defRPr>
                <a:solidFill>
                  <a:srgbClr val="292D3A"/>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C0C3246-51E8-2C6D-91C1-DC5E683C70B5}"/>
              </a:ext>
            </a:extLst>
          </p:cNvPr>
          <p:cNvSpPr>
            <a:spLocks noGrp="1"/>
          </p:cNvSpPr>
          <p:nvPr>
            <p:ph type="ftr" sz="quarter" idx="18"/>
          </p:nvPr>
        </p:nvSpPr>
        <p:spPr/>
        <p:txBody>
          <a:bodyPr/>
          <a:lstStyle/>
          <a:p>
            <a:pPr algn="r"/>
            <a:r>
              <a:rPr lang="en-US"/>
              <a:t>Confidential | Authorized HPE partner use only</a:t>
            </a:r>
            <a:endParaRPr lang="en-US" dirty="0"/>
          </a:p>
        </p:txBody>
      </p:sp>
      <p:sp>
        <p:nvSpPr>
          <p:cNvPr id="8" name="Slide Number Placeholder 6">
            <a:extLst>
              <a:ext uri="{FF2B5EF4-FFF2-40B4-BE49-F238E27FC236}">
                <a16:creationId xmlns:a16="http://schemas.microsoft.com/office/drawing/2014/main" id="{A66BA11A-FF4F-0B31-22B7-B062F5B3F9B0}"/>
              </a:ext>
            </a:extLst>
          </p:cNvPr>
          <p:cNvSpPr>
            <a:spLocks noGrp="1"/>
          </p:cNvSpPr>
          <p:nvPr>
            <p:ph type="sldNum" sz="quarter" idx="19"/>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039092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Content, Picture and Data">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B5CDF8B-3973-89BC-B0C3-00991681109B}"/>
              </a:ext>
            </a:extLst>
          </p:cNvPr>
          <p:cNvSpPr>
            <a:spLocks noGrp="1"/>
          </p:cNvSpPr>
          <p:nvPr>
            <p:ph type="title" hasCustomPrompt="1"/>
          </p:nvPr>
        </p:nvSpPr>
        <p:spPr>
          <a:xfrm>
            <a:off x="374904" y="393192"/>
            <a:ext cx="3462615" cy="841248"/>
          </a:xfrm>
        </p:spPr>
        <p:txBody>
          <a:bodyPr/>
          <a:lstStyle>
            <a:lvl1pPr>
              <a:lnSpc>
                <a:spcPct val="100000"/>
              </a:lnSpc>
              <a:defRPr>
                <a:solidFill>
                  <a:schemeClr val="tx1"/>
                </a:solidFill>
              </a:defRPr>
            </a:lvl1pPr>
          </a:lstStyle>
          <a:p>
            <a:r>
              <a:rPr lang="pl-PL" dirty="0"/>
              <a:t>Title and</a:t>
            </a:r>
            <a:br>
              <a:rPr lang="pl-PL" dirty="0"/>
            </a:br>
            <a:r>
              <a:rPr lang="pl-PL" dirty="0"/>
              <a:t>c</a:t>
            </a:r>
            <a:r>
              <a:rPr lang="en-US" dirty="0" err="1"/>
              <a:t>ontent</a:t>
            </a:r>
            <a:r>
              <a:rPr lang="pl-PL" dirty="0"/>
              <a:t> only</a:t>
            </a:r>
            <a:endParaRPr lang="en-US" dirty="0"/>
          </a:p>
        </p:txBody>
      </p:sp>
      <p:sp>
        <p:nvSpPr>
          <p:cNvPr id="2" name="Text Placeholder 2">
            <a:extLst>
              <a:ext uri="{FF2B5EF4-FFF2-40B4-BE49-F238E27FC236}">
                <a16:creationId xmlns:a16="http://schemas.microsoft.com/office/drawing/2014/main" id="{9192AB6B-CCDC-C9ED-9B4D-B9B1DAE2FC2F}"/>
              </a:ext>
            </a:extLst>
          </p:cNvPr>
          <p:cNvSpPr>
            <a:spLocks noGrp="1"/>
          </p:cNvSpPr>
          <p:nvPr>
            <p:ph type="body" sz="quarter" idx="16"/>
          </p:nvPr>
        </p:nvSpPr>
        <p:spPr>
          <a:xfrm>
            <a:off x="374905" y="1541418"/>
            <a:ext cx="3462614" cy="4729842"/>
          </a:xfrm>
          <a:prstGeom prst="rect">
            <a:avLst/>
          </a:prstGeom>
        </p:spPr>
        <p:txBody>
          <a:bodyPr lIns="0" tIns="45720" rIns="0" bIns="45720"/>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3">
            <a:extLst>
              <a:ext uri="{FF2B5EF4-FFF2-40B4-BE49-F238E27FC236}">
                <a16:creationId xmlns:a16="http://schemas.microsoft.com/office/drawing/2014/main" id="{F3D244D9-326C-937C-4B8E-43F52273E328}"/>
              </a:ext>
            </a:extLst>
          </p:cNvPr>
          <p:cNvSpPr>
            <a:spLocks noGrp="1" noRot="1" noMove="1" noResize="1" noEditPoints="1" noAdjustHandles="1" noChangeArrowheads="1" noChangeShapeType="1"/>
          </p:cNvSpPr>
          <p:nvPr>
            <p:ph type="pic" sz="quarter" idx="12"/>
          </p:nvPr>
        </p:nvSpPr>
        <p:spPr>
          <a:xfrm>
            <a:off x="4210050" y="0"/>
            <a:ext cx="7981950" cy="6858000"/>
          </a:xfrm>
          <a:prstGeom prst="rect">
            <a:avLst/>
          </a:prstGeom>
          <a:solidFill>
            <a:schemeClr val="bg1">
              <a:lumMod val="95000"/>
            </a:schemeClr>
          </a:solidFill>
        </p:spPr>
        <p:txBody>
          <a:bodyPr/>
          <a:lstStyle>
            <a:lvl1pPr>
              <a:defRPr sz="1400">
                <a:solidFill>
                  <a:schemeClr val="tx1"/>
                </a:solidFill>
              </a:defRPr>
            </a:lvl1pPr>
          </a:lstStyle>
          <a:p>
            <a:r>
              <a:rPr lang="en-US"/>
              <a:t>Click icon to add picture</a:t>
            </a:r>
            <a:endParaRPr lang="en-US" dirty="0"/>
          </a:p>
        </p:txBody>
      </p:sp>
      <p:sp>
        <p:nvSpPr>
          <p:cNvPr id="14" name="Number Text Placeholder 4">
            <a:extLst>
              <a:ext uri="{FF2B5EF4-FFF2-40B4-BE49-F238E27FC236}">
                <a16:creationId xmlns:a16="http://schemas.microsoft.com/office/drawing/2014/main" id="{C8956EBD-8393-95D1-85FB-895F28E855C3}"/>
              </a:ext>
            </a:extLst>
          </p:cNvPr>
          <p:cNvSpPr>
            <a:spLocks noGrp="1"/>
          </p:cNvSpPr>
          <p:nvPr>
            <p:ph type="body" sz="quarter" idx="13" hasCustomPrompt="1"/>
          </p:nvPr>
        </p:nvSpPr>
        <p:spPr>
          <a:xfrm>
            <a:off x="8294255" y="4073237"/>
            <a:ext cx="3897745" cy="2784764"/>
          </a:xfrm>
          <a:prstGeom prst="rect">
            <a:avLst/>
          </a:prstGeom>
          <a:gradFill flip="none" rotWithShape="1">
            <a:gsLst>
              <a:gs pos="14000">
                <a:srgbClr val="05CC93"/>
              </a:gs>
              <a:gs pos="39000">
                <a:srgbClr val="05CC93">
                  <a:alpha val="80353"/>
                </a:srgbClr>
              </a:gs>
              <a:gs pos="85000">
                <a:schemeClr val="bg1">
                  <a:alpha val="0"/>
                </a:schemeClr>
              </a:gs>
            </a:gsLst>
            <a:lin ang="2700000" scaled="1"/>
            <a:tileRect/>
          </a:gradFill>
        </p:spPr>
        <p:txBody>
          <a:bodyPr vert="horz" lIns="274320" tIns="274320" rIns="182880" bIns="182880" rtlCol="0">
            <a:noAutofit/>
          </a:bodyPr>
          <a:lstStyle>
            <a:lvl1pPr>
              <a:defRPr lang="en-US" sz="6000" dirty="0">
                <a:solidFill>
                  <a:schemeClr val="tx1"/>
                </a:solidFill>
                <a:latin typeface="HPE Graphik Light" pitchFamily="50" charset="0"/>
              </a:defRPr>
            </a:lvl1pPr>
            <a:lvl2pPr>
              <a:defRPr lang="en-US" dirty="0">
                <a:solidFill>
                  <a:sysClr val="windowText" lastClr="000000"/>
                </a:solidFill>
              </a:defRPr>
            </a:lvl2pPr>
          </a:lstStyle>
          <a:p>
            <a:pPr lvl="0">
              <a:lnSpc>
                <a:spcPct val="90000"/>
              </a:lnSpc>
            </a:pPr>
            <a:r>
              <a:rPr lang="en-US" dirty="0"/>
              <a:t>XX%</a:t>
            </a:r>
          </a:p>
        </p:txBody>
      </p:sp>
      <p:sp>
        <p:nvSpPr>
          <p:cNvPr id="8" name="Text Placeholder 5">
            <a:extLst>
              <a:ext uri="{FF2B5EF4-FFF2-40B4-BE49-F238E27FC236}">
                <a16:creationId xmlns:a16="http://schemas.microsoft.com/office/drawing/2014/main" id="{F65D24DA-8A81-CB0A-0EE3-30119C813D6C}"/>
              </a:ext>
            </a:extLst>
          </p:cNvPr>
          <p:cNvSpPr>
            <a:spLocks noGrp="1"/>
          </p:cNvSpPr>
          <p:nvPr>
            <p:ph type="body" sz="quarter" idx="17"/>
          </p:nvPr>
        </p:nvSpPr>
        <p:spPr>
          <a:xfrm>
            <a:off x="8586788" y="5251730"/>
            <a:ext cx="3230307" cy="885389"/>
          </a:xfrm>
          <a:prstGeom prst="rect">
            <a:avLst/>
          </a:prstGeom>
        </p:spPr>
        <p:txBody>
          <a:bodyPr/>
          <a:lstStyle>
            <a:lvl1pPr>
              <a:lnSpc>
                <a:spcPct val="80000"/>
              </a:lnSpc>
              <a:defRPr>
                <a:solidFill>
                  <a:schemeClr val="tx1"/>
                </a:solidFill>
                <a:latin typeface="+mn-lt"/>
              </a:defRPr>
            </a:lvl1pPr>
          </a:lstStyle>
          <a:p>
            <a:pPr lvl="0"/>
            <a:r>
              <a:rPr lang="en-US"/>
              <a:t>Click to edit Master text styles</a:t>
            </a:r>
          </a:p>
        </p:txBody>
      </p:sp>
      <p:sp>
        <p:nvSpPr>
          <p:cNvPr id="4" name="Footer Placeholder 6">
            <a:extLst>
              <a:ext uri="{FF2B5EF4-FFF2-40B4-BE49-F238E27FC236}">
                <a16:creationId xmlns:a16="http://schemas.microsoft.com/office/drawing/2014/main" id="{5C2101BA-46FD-36C0-99F1-408C742C9723}"/>
              </a:ext>
            </a:extLst>
          </p:cNvPr>
          <p:cNvSpPr>
            <a:spLocks noGrp="1"/>
          </p:cNvSpPr>
          <p:nvPr>
            <p:ph type="ftr" sz="quarter" idx="14"/>
          </p:nvPr>
        </p:nvSpPr>
        <p:spPr/>
        <p:txBody>
          <a:bodyPr/>
          <a:lstStyle>
            <a:lvl1pPr>
              <a:defRPr>
                <a:solidFill>
                  <a:schemeClr val="tx1"/>
                </a:solidFill>
                <a:latin typeface="+mn-lt"/>
              </a:defRPr>
            </a:lvl1pPr>
          </a:lstStyle>
          <a:p>
            <a:pPr algn="r"/>
            <a:r>
              <a:rPr lang="en-US"/>
              <a:t>Confidential | Authorized HPE partner use only</a:t>
            </a:r>
            <a:endParaRPr lang="en-US" dirty="0"/>
          </a:p>
        </p:txBody>
      </p:sp>
      <p:sp>
        <p:nvSpPr>
          <p:cNvPr id="5" name="Slide Number Placeholder 7">
            <a:extLst>
              <a:ext uri="{FF2B5EF4-FFF2-40B4-BE49-F238E27FC236}">
                <a16:creationId xmlns:a16="http://schemas.microsoft.com/office/drawing/2014/main" id="{32D4E478-B9A3-DF0A-2BC5-A31D39827AD1}"/>
              </a:ext>
            </a:extLst>
          </p:cNvPr>
          <p:cNvSpPr>
            <a:spLocks noGrp="1"/>
          </p:cNvSpPr>
          <p:nvPr>
            <p:ph type="sldNum" sz="quarter" idx="15"/>
          </p:nvPr>
        </p:nvSpPr>
        <p:spPr/>
        <p:txBody>
          <a:bodyPr/>
          <a:lstStyle>
            <a:lvl1pPr>
              <a:defRPr>
                <a:solidFill>
                  <a:schemeClr val="tx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039566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DCBED57-19AD-707F-6DA8-8B468453C59B}"/>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2">
            <a:extLst>
              <a:ext uri="{FF2B5EF4-FFF2-40B4-BE49-F238E27FC236}">
                <a16:creationId xmlns:a16="http://schemas.microsoft.com/office/drawing/2014/main" id="{0136B64A-A8CA-B4F8-1ED1-53DA9C290E0D}"/>
              </a:ext>
            </a:extLst>
          </p:cNvPr>
          <p:cNvSpPr>
            <a:spLocks noGrp="1"/>
          </p:cNvSpPr>
          <p:nvPr>
            <p:ph type="sldNum" sz="quarter" idx="11"/>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191412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Empty">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5965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Edge-To-Edge Picture">
    <p:bg>
      <p:bgPr>
        <a:solidFill>
          <a:schemeClr val="bg1">
            <a:lumMod val="95000"/>
          </a:schemeClr>
        </a:solidFill>
        <a:effectLst/>
      </p:bgPr>
    </p:bg>
    <p:spTree>
      <p:nvGrpSpPr>
        <p:cNvPr id="1" name=""/>
        <p:cNvGrpSpPr/>
        <p:nvPr/>
      </p:nvGrpSpPr>
      <p:grpSpPr>
        <a:xfrm>
          <a:off x="0" y="0"/>
          <a:ext cx="0" cy="0"/>
          <a:chOff x="0" y="0"/>
          <a:chExt cx="0" cy="0"/>
        </a:xfrm>
      </p:grpSpPr>
      <p:sp>
        <p:nvSpPr>
          <p:cNvPr id="15" name="Picture Placeholder 1"/>
          <p:cNvSpPr>
            <a:spLocks noGrp="1"/>
          </p:cNvSpPr>
          <p:nvPr>
            <p:ph type="pic" sz="quarter" idx="18" hasCustomPrompt="1"/>
          </p:nvPr>
        </p:nvSpPr>
        <p:spPr>
          <a:xfrm>
            <a:off x="0" y="0"/>
            <a:ext cx="12192000" cy="6858000"/>
          </a:xfrm>
          <a:prstGeom prst="rect">
            <a:avLst/>
          </a:prstGeom>
          <a:ln>
            <a:noFill/>
            <a:miter lim="800000"/>
          </a:ln>
        </p:spPr>
        <p:txBody>
          <a:bodyPr anchor="ctr"/>
          <a:lstStyle>
            <a:lvl1pPr marL="0" indent="0" algn="ctr">
              <a:buNone/>
              <a:defRPr>
                <a:latin typeface="+mn-lt"/>
              </a:defRPr>
            </a:lvl1pPr>
          </a:lstStyle>
          <a:p>
            <a:r>
              <a:rPr lang="en-US" dirty="0"/>
              <a:t>Click to add picture</a:t>
            </a:r>
          </a:p>
        </p:txBody>
      </p:sp>
      <p:sp>
        <p:nvSpPr>
          <p:cNvPr id="2" name="Footer Placeholder 2">
            <a:extLst>
              <a:ext uri="{FF2B5EF4-FFF2-40B4-BE49-F238E27FC236}">
                <a16:creationId xmlns:a16="http://schemas.microsoft.com/office/drawing/2014/main" id="{D56B6084-0FE4-4048-3583-741AE0C95AEC}"/>
              </a:ext>
            </a:extLst>
          </p:cNvPr>
          <p:cNvSpPr>
            <a:spLocks noGrp="1"/>
          </p:cNvSpPr>
          <p:nvPr>
            <p:ph type="ftr" sz="quarter" idx="19"/>
          </p:nvPr>
        </p:nvSpPr>
        <p:spPr/>
        <p:txBody>
          <a:bodyPr/>
          <a:lstStyle/>
          <a:p>
            <a:pPr algn="r"/>
            <a:r>
              <a:rPr lang="en-US"/>
              <a:t>Confidential | Authorized HPE partner use only</a:t>
            </a:r>
            <a:endParaRPr lang="en-US" dirty="0"/>
          </a:p>
        </p:txBody>
      </p:sp>
      <p:sp>
        <p:nvSpPr>
          <p:cNvPr id="3" name="Slide Number Placeholder 3">
            <a:extLst>
              <a:ext uri="{FF2B5EF4-FFF2-40B4-BE49-F238E27FC236}">
                <a16:creationId xmlns:a16="http://schemas.microsoft.com/office/drawing/2014/main" id="{51FA49D1-EA5E-4BDC-03EF-986C3CB3B92E}"/>
              </a:ext>
            </a:extLst>
          </p:cNvPr>
          <p:cNvSpPr>
            <a:spLocks noGrp="1"/>
          </p:cNvSpPr>
          <p:nvPr>
            <p:ph type="sldNum" sz="quarter" idx="20"/>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82853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Quote or Statement 1">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58C0B22-3DC2-E652-E265-9A67A96AF6DE}"/>
              </a:ext>
            </a:extLst>
          </p:cNvPr>
          <p:cNvSpPr>
            <a:spLocks noGrp="1"/>
          </p:cNvSpPr>
          <p:nvPr>
            <p:ph type="title" hasCustomPrompt="1"/>
          </p:nvPr>
        </p:nvSpPr>
        <p:spPr>
          <a:xfrm>
            <a:off x="374904" y="2300224"/>
            <a:ext cx="10098780" cy="847538"/>
          </a:xfrm>
        </p:spPr>
        <p:txBody>
          <a:bodyPr/>
          <a:lstStyle>
            <a:lvl1pPr>
              <a:defRPr sz="5500"/>
            </a:lvl1pPr>
          </a:lstStyle>
          <a:p>
            <a:r>
              <a:rPr lang="en-US" dirty="0"/>
              <a:t>Big idea statement single line</a:t>
            </a:r>
          </a:p>
        </p:txBody>
      </p:sp>
      <p:sp>
        <p:nvSpPr>
          <p:cNvPr id="2" name="Footer Placeholder 2">
            <a:extLst>
              <a:ext uri="{FF2B5EF4-FFF2-40B4-BE49-F238E27FC236}">
                <a16:creationId xmlns:a16="http://schemas.microsoft.com/office/drawing/2014/main" id="{21BA14BF-4CB3-F25B-80B2-5B579ED3869A}"/>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6" name="Slide Number Placeholder 3">
            <a:extLst>
              <a:ext uri="{FF2B5EF4-FFF2-40B4-BE49-F238E27FC236}">
                <a16:creationId xmlns:a16="http://schemas.microsoft.com/office/drawing/2014/main" id="{DC303F11-128A-0352-F6B9-03E0CB827CBC}"/>
              </a:ext>
            </a:extLst>
          </p:cNvPr>
          <p:cNvSpPr>
            <a:spLocks noGrp="1"/>
          </p:cNvSpPr>
          <p:nvPr>
            <p:ph type="sldNum" sz="quarter" idx="11"/>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806158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Quote or Statement 2">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FC9F-8AB0-7F54-8921-E13E2DDC8D54}"/>
              </a:ext>
            </a:extLst>
          </p:cNvPr>
          <p:cNvSpPr>
            <a:spLocks noGrp="1"/>
          </p:cNvSpPr>
          <p:nvPr>
            <p:ph type="title" hasCustomPrompt="1"/>
          </p:nvPr>
        </p:nvSpPr>
        <p:spPr>
          <a:xfrm>
            <a:off x="374904" y="2304615"/>
            <a:ext cx="9416520" cy="2306296"/>
          </a:xfrm>
        </p:spPr>
        <p:txBody>
          <a:bodyPr/>
          <a:lstStyle>
            <a:lvl1pPr>
              <a:lnSpc>
                <a:spcPct val="85000"/>
              </a:lnSpc>
              <a:defRPr sz="5500" b="0" i="0">
                <a:latin typeface="HPE Graphik Light" pitchFamily="2" charset="77"/>
              </a:defRPr>
            </a:lvl1pPr>
          </a:lstStyle>
          <a:p>
            <a:r>
              <a:rPr lang="en-US" dirty="0"/>
              <a:t>Big idea statement or section header with multiple lines can be placed here</a:t>
            </a:r>
          </a:p>
        </p:txBody>
      </p:sp>
      <p:sp>
        <p:nvSpPr>
          <p:cNvPr id="3" name="Footer Placeholder 2">
            <a:extLst>
              <a:ext uri="{FF2B5EF4-FFF2-40B4-BE49-F238E27FC236}">
                <a16:creationId xmlns:a16="http://schemas.microsoft.com/office/drawing/2014/main" id="{22C4FC89-98CE-BBFA-D898-76DCDE986AA5}"/>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6" name="Slide Number Placeholder 3">
            <a:extLst>
              <a:ext uri="{FF2B5EF4-FFF2-40B4-BE49-F238E27FC236}">
                <a16:creationId xmlns:a16="http://schemas.microsoft.com/office/drawing/2014/main" id="{0742BF92-646B-24E1-901E-D19598CBBE04}"/>
              </a:ext>
            </a:extLst>
          </p:cNvPr>
          <p:cNvSpPr>
            <a:spLocks noGrp="1"/>
          </p:cNvSpPr>
          <p:nvPr>
            <p:ph type="sldNum" sz="quarter" idx="11"/>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919467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Quote or Statement 3">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B2CDC00-5B37-BE1C-550C-F0774AF9515D}"/>
              </a:ext>
            </a:extLst>
          </p:cNvPr>
          <p:cNvSpPr>
            <a:spLocks noGrp="1"/>
          </p:cNvSpPr>
          <p:nvPr>
            <p:ph type="title" hasCustomPrompt="1"/>
          </p:nvPr>
        </p:nvSpPr>
        <p:spPr>
          <a:xfrm>
            <a:off x="374904" y="2300224"/>
            <a:ext cx="10098780" cy="847538"/>
          </a:xfrm>
        </p:spPr>
        <p:txBody>
          <a:bodyPr/>
          <a:lstStyle>
            <a:lvl1pPr>
              <a:defRPr sz="5500"/>
            </a:lvl1pPr>
          </a:lstStyle>
          <a:p>
            <a:r>
              <a:rPr lang="en-US" dirty="0"/>
              <a:t>Big idea statement single line</a:t>
            </a:r>
          </a:p>
        </p:txBody>
      </p:sp>
      <p:sp>
        <p:nvSpPr>
          <p:cNvPr id="2" name="Footer Placeholder 2">
            <a:extLst>
              <a:ext uri="{FF2B5EF4-FFF2-40B4-BE49-F238E27FC236}">
                <a16:creationId xmlns:a16="http://schemas.microsoft.com/office/drawing/2014/main" id="{5D7AC752-1063-D945-4038-6C1905F0CC4D}"/>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3" name="Slide Number Placeholder 3">
            <a:extLst>
              <a:ext uri="{FF2B5EF4-FFF2-40B4-BE49-F238E27FC236}">
                <a16:creationId xmlns:a16="http://schemas.microsoft.com/office/drawing/2014/main" id="{6BD784A7-2DD7-80EE-047F-D63021A3268F}"/>
              </a:ext>
            </a:extLst>
          </p:cNvPr>
          <p:cNvSpPr>
            <a:spLocks noGrp="1"/>
          </p:cNvSpPr>
          <p:nvPr>
            <p:ph type="sldNum" sz="quarter" idx="11"/>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865522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Quote or Statement 4">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FC9F-8AB0-7F54-8921-E13E2DDC8D54}"/>
              </a:ext>
            </a:extLst>
          </p:cNvPr>
          <p:cNvSpPr>
            <a:spLocks noGrp="1"/>
          </p:cNvSpPr>
          <p:nvPr>
            <p:ph type="title" hasCustomPrompt="1"/>
          </p:nvPr>
        </p:nvSpPr>
        <p:spPr>
          <a:xfrm>
            <a:off x="374904" y="2304288"/>
            <a:ext cx="9457413" cy="2304288"/>
          </a:xfrm>
        </p:spPr>
        <p:txBody>
          <a:bodyPr/>
          <a:lstStyle>
            <a:lvl1pPr>
              <a:lnSpc>
                <a:spcPct val="85000"/>
              </a:lnSpc>
              <a:defRPr sz="5500" b="0" i="0">
                <a:solidFill>
                  <a:schemeClr val="tx1"/>
                </a:solidFill>
                <a:latin typeface="HPE Graphik Light" pitchFamily="2" charset="77"/>
              </a:defRPr>
            </a:lvl1pPr>
          </a:lstStyle>
          <a:p>
            <a:r>
              <a:rPr lang="en-US" dirty="0"/>
              <a:t>Big idea statement or section header with multiple lines can be placed here</a:t>
            </a:r>
          </a:p>
        </p:txBody>
      </p:sp>
      <p:sp>
        <p:nvSpPr>
          <p:cNvPr id="3" name="Footer Placeholder 2">
            <a:extLst>
              <a:ext uri="{FF2B5EF4-FFF2-40B4-BE49-F238E27FC236}">
                <a16:creationId xmlns:a16="http://schemas.microsoft.com/office/drawing/2014/main" id="{7FEAC085-14E9-0648-9F2A-D3AD872D9768}"/>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6" name="Slide Number Placeholder 3">
            <a:extLst>
              <a:ext uri="{FF2B5EF4-FFF2-40B4-BE49-F238E27FC236}">
                <a16:creationId xmlns:a16="http://schemas.microsoft.com/office/drawing/2014/main" id="{2FCAEB46-BF54-E6AC-203B-DC671344E5B4}"/>
              </a:ext>
            </a:extLst>
          </p:cNvPr>
          <p:cNvSpPr>
            <a:spLocks noGrp="1"/>
          </p:cNvSpPr>
          <p:nvPr>
            <p:ph type="sldNum" sz="quarter" idx="11"/>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582871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Quote or Statement 5">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FC9F-8AB0-7F54-8921-E13E2DDC8D54}"/>
              </a:ext>
            </a:extLst>
          </p:cNvPr>
          <p:cNvSpPr>
            <a:spLocks noGrp="1"/>
          </p:cNvSpPr>
          <p:nvPr>
            <p:ph type="title" hasCustomPrompt="1"/>
          </p:nvPr>
        </p:nvSpPr>
        <p:spPr>
          <a:xfrm>
            <a:off x="7747254" y="374650"/>
            <a:ext cx="4062159" cy="3553883"/>
          </a:xfrm>
        </p:spPr>
        <p:txBody>
          <a:bodyPr anchor="t"/>
          <a:lstStyle>
            <a:lvl1pPr>
              <a:lnSpc>
                <a:spcPct val="90000"/>
              </a:lnSpc>
              <a:defRPr sz="4000" b="0" i="0">
                <a:solidFill>
                  <a:schemeClr val="tx1"/>
                </a:solidFill>
                <a:latin typeface="HPE Graphik Light" pitchFamily="2" charset="77"/>
              </a:defRPr>
            </a:lvl1pPr>
          </a:lstStyle>
          <a:p>
            <a:r>
              <a:rPr lang="en-US" dirty="0"/>
              <a:t>Big idea</a:t>
            </a:r>
            <a:br>
              <a:rPr lang="en-US" dirty="0"/>
            </a:br>
            <a:r>
              <a:rPr lang="en-US" dirty="0"/>
              <a:t>statement with</a:t>
            </a:r>
            <a:br>
              <a:rPr lang="en-US" dirty="0"/>
            </a:br>
            <a:r>
              <a:rPr lang="en-US" dirty="0"/>
              <a:t>multiple lines</a:t>
            </a:r>
            <a:br>
              <a:rPr lang="en-US" dirty="0"/>
            </a:br>
            <a:r>
              <a:rPr lang="en-US" dirty="0"/>
              <a:t>placed here</a:t>
            </a:r>
            <a:br>
              <a:rPr lang="en-US" dirty="0"/>
            </a:br>
            <a:r>
              <a:rPr lang="en-US" dirty="0"/>
              <a:t>lorem ipsum</a:t>
            </a:r>
            <a:br>
              <a:rPr lang="en-US" dirty="0"/>
            </a:br>
            <a:r>
              <a:rPr lang="en-US" dirty="0"/>
              <a:t>dolor sit </a:t>
            </a:r>
            <a:r>
              <a:rPr lang="en-US" dirty="0" err="1"/>
              <a:t>amet</a:t>
            </a:r>
            <a:endParaRPr lang="en-US" dirty="0"/>
          </a:p>
        </p:txBody>
      </p:sp>
      <p:sp>
        <p:nvSpPr>
          <p:cNvPr id="3" name="Footer Placeholder 2">
            <a:extLst>
              <a:ext uri="{FF2B5EF4-FFF2-40B4-BE49-F238E27FC236}">
                <a16:creationId xmlns:a16="http://schemas.microsoft.com/office/drawing/2014/main" id="{9058DE96-548B-9145-85BC-5AF5D7253799}"/>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6" name="Slide Number Placeholder 3">
            <a:extLst>
              <a:ext uri="{FF2B5EF4-FFF2-40B4-BE49-F238E27FC236}">
                <a16:creationId xmlns:a16="http://schemas.microsoft.com/office/drawing/2014/main" id="{33DAEC1C-FBEC-C5AF-4FAC-F67E7EBEFDA3}"/>
              </a:ext>
            </a:extLst>
          </p:cNvPr>
          <p:cNvSpPr>
            <a:spLocks noGrp="1"/>
          </p:cNvSpPr>
          <p:nvPr>
            <p:ph type="sldNum" sz="quarter" idx="11"/>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241522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Quote or Statement 6">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FC9F-8AB0-7F54-8921-E13E2DDC8D54}"/>
              </a:ext>
            </a:extLst>
          </p:cNvPr>
          <p:cNvSpPr>
            <a:spLocks noGrp="1"/>
          </p:cNvSpPr>
          <p:nvPr>
            <p:ph type="title" hasCustomPrompt="1"/>
          </p:nvPr>
        </p:nvSpPr>
        <p:spPr>
          <a:xfrm>
            <a:off x="374904" y="2304289"/>
            <a:ext cx="5676900" cy="3747262"/>
          </a:xfrm>
        </p:spPr>
        <p:txBody>
          <a:bodyPr anchor="t">
            <a:noAutofit/>
          </a:bodyPr>
          <a:lstStyle>
            <a:lvl1pPr>
              <a:lnSpc>
                <a:spcPct val="90000"/>
              </a:lnSpc>
              <a:defRPr sz="5000" b="0" i="0">
                <a:solidFill>
                  <a:schemeClr val="tx1"/>
                </a:solidFill>
                <a:latin typeface="HPE Graphik Light" pitchFamily="2" charset="77"/>
              </a:defRPr>
            </a:lvl1pPr>
          </a:lstStyle>
          <a:p>
            <a:pPr algn="l"/>
            <a:r>
              <a:rPr lang="en-US" dirty="0"/>
              <a:t>Big idea statement with multiple lines placed here</a:t>
            </a:r>
            <a:br>
              <a:rPr lang="en-US" dirty="0"/>
            </a:br>
            <a:r>
              <a:rPr lang="en-US" dirty="0"/>
              <a:t>lorem ipsum dolor</a:t>
            </a:r>
          </a:p>
        </p:txBody>
      </p:sp>
      <p:sp>
        <p:nvSpPr>
          <p:cNvPr id="3" name="Footer Placeholder 2">
            <a:extLst>
              <a:ext uri="{FF2B5EF4-FFF2-40B4-BE49-F238E27FC236}">
                <a16:creationId xmlns:a16="http://schemas.microsoft.com/office/drawing/2014/main" id="{73714F5D-2F9A-82E8-FC18-7CB268754870}"/>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3">
            <a:extLst>
              <a:ext uri="{FF2B5EF4-FFF2-40B4-BE49-F238E27FC236}">
                <a16:creationId xmlns:a16="http://schemas.microsoft.com/office/drawing/2014/main" id="{8A51A1E7-04E9-D26E-A5C3-735AE6D398C0}"/>
              </a:ext>
            </a:extLst>
          </p:cNvPr>
          <p:cNvSpPr>
            <a:spLocks noGrp="1"/>
          </p:cNvSpPr>
          <p:nvPr>
            <p:ph type="sldNum" sz="quarter" idx="11"/>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657238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ank You">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56764AC-9C6B-4C1D-BE2B-C4E8A087CA75}"/>
              </a:ext>
            </a:extLst>
          </p:cNvPr>
          <p:cNvSpPr>
            <a:spLocks noGrp="1"/>
          </p:cNvSpPr>
          <p:nvPr>
            <p:ph type="title" hasCustomPrompt="1"/>
          </p:nvPr>
        </p:nvSpPr>
        <p:spPr>
          <a:xfrm>
            <a:off x="374903" y="2449576"/>
            <a:ext cx="8188525" cy="875899"/>
          </a:xfrm>
        </p:spPr>
        <p:txBody>
          <a:bodyPr lIns="0" tIns="0" rIns="0" bIns="0" anchor="b"/>
          <a:lstStyle>
            <a:lvl1pPr>
              <a:lnSpc>
                <a:spcPct val="90000"/>
              </a:lnSpc>
              <a:spcBef>
                <a:spcPct val="0"/>
              </a:spcBef>
              <a:spcAft>
                <a:spcPts val="0"/>
              </a:spcAft>
              <a:defRPr sz="5600">
                <a:solidFill>
                  <a:schemeClr val="tx1"/>
                </a:solidFill>
              </a:defRPr>
            </a:lvl1pPr>
          </a:lstStyle>
          <a:p>
            <a:r>
              <a:rPr lang="en-US" dirty="0"/>
              <a:t>Thank </a:t>
            </a:r>
            <a:r>
              <a:rPr lang="pl-PL" dirty="0"/>
              <a:t>Y</a:t>
            </a:r>
            <a:r>
              <a:rPr lang="en-US" dirty="0" err="1"/>
              <a:t>ou</a:t>
            </a:r>
            <a:endParaRPr lang="en-US" dirty="0"/>
          </a:p>
        </p:txBody>
      </p:sp>
      <p:sp>
        <p:nvSpPr>
          <p:cNvPr id="17" name="Speaker Information 2">
            <a:extLst>
              <a:ext uri="{FF2B5EF4-FFF2-40B4-BE49-F238E27FC236}">
                <a16:creationId xmlns:a16="http://schemas.microsoft.com/office/drawing/2014/main" id="{6BDD934D-C46A-42E7-82F9-E43F9A3604D0}"/>
              </a:ext>
            </a:extLst>
          </p:cNvPr>
          <p:cNvSpPr>
            <a:spLocks noGrp="1"/>
          </p:cNvSpPr>
          <p:nvPr>
            <p:ph type="body" sz="quarter" idx="13" hasCustomPrompt="1"/>
          </p:nvPr>
        </p:nvSpPr>
        <p:spPr>
          <a:xfrm>
            <a:off x="383433" y="3392391"/>
            <a:ext cx="8188525" cy="876300"/>
          </a:xfrm>
          <a:prstGeom prst="rect">
            <a:avLst/>
          </a:prstGeom>
        </p:spPr>
        <p:txBody>
          <a:bodyPr lIns="0" tIns="45720" rIns="0" bIns="45720">
            <a:noAutofit/>
          </a:bodyPr>
          <a:lstStyle>
            <a:lvl1pPr marL="0" indent="0">
              <a:lnSpc>
                <a:spcPct val="100000"/>
              </a:lnSpc>
              <a:spcBef>
                <a:spcPts val="0"/>
              </a:spcBef>
              <a:spcAft>
                <a:spcPts val="0"/>
              </a:spcAft>
              <a:buNone/>
              <a:defRPr sz="1500" baseline="0">
                <a:solidFill>
                  <a:schemeClr val="tx1"/>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Speaker contact information</a:t>
            </a:r>
          </a:p>
        </p:txBody>
      </p:sp>
      <p:sp>
        <p:nvSpPr>
          <p:cNvPr id="3" name="Footer Placeholder 3">
            <a:extLst>
              <a:ext uri="{FF2B5EF4-FFF2-40B4-BE49-F238E27FC236}">
                <a16:creationId xmlns:a16="http://schemas.microsoft.com/office/drawing/2014/main" id="{88F29566-5470-D3D8-0F61-D70F81B7E500}"/>
              </a:ext>
            </a:extLst>
          </p:cNvPr>
          <p:cNvSpPr>
            <a:spLocks noGrp="1"/>
          </p:cNvSpPr>
          <p:nvPr>
            <p:ph type="ftr" sz="quarter" idx="14"/>
          </p:nvPr>
        </p:nvSpPr>
        <p:spPr>
          <a:xfrm>
            <a:off x="5592973" y="6192760"/>
            <a:ext cx="6217666" cy="190500"/>
          </a:xfrm>
        </p:spPr>
        <p:txBody>
          <a:bodyPr/>
          <a:lstStyle>
            <a:lvl1pPr>
              <a:defRPr sz="900">
                <a:solidFill>
                  <a:schemeClr val="tx1"/>
                </a:solidFill>
              </a:defRPr>
            </a:lvl1pPr>
          </a:lstStyle>
          <a:p>
            <a:pPr algn="r"/>
            <a:r>
              <a:rPr lang="en-US"/>
              <a:t>Confidential | Authorized HPE partner use only</a:t>
            </a:r>
            <a:endParaRPr lang="en-US" dirty="0"/>
          </a:p>
        </p:txBody>
      </p:sp>
      <p:sp>
        <p:nvSpPr>
          <p:cNvPr id="7" name="Text Placeholder 4">
            <a:extLst>
              <a:ext uri="{FF2B5EF4-FFF2-40B4-BE49-F238E27FC236}">
                <a16:creationId xmlns:a16="http://schemas.microsoft.com/office/drawing/2014/main" id="{8A720469-4E8E-4F55-96D3-10560B47177B}"/>
              </a:ext>
            </a:extLst>
          </p:cNvPr>
          <p:cNvSpPr txBox="1">
            <a:spLocks/>
          </p:cNvSpPr>
          <p:nvPr userDrawn="1"/>
        </p:nvSpPr>
        <p:spPr>
          <a:xfrm>
            <a:off x="5092816" y="6418471"/>
            <a:ext cx="6717823" cy="138499"/>
          </a:xfrm>
          <a:prstGeom prst="rect">
            <a:avLst/>
          </a:prstGeom>
          <a:noFill/>
          <a:ln w="57150">
            <a:noFill/>
            <a:miter lim="800000"/>
          </a:ln>
        </p:spPr>
        <p:txBody>
          <a:bodyPr wrap="square" lIns="0" tIns="0" rIns="0" bIns="0">
            <a:spAutoFit/>
          </a:bodyPr>
          <a:lstStyle/>
          <a:p>
            <a:pPr algn="r"/>
            <a:r>
              <a:rPr lang="en-US" sz="900" dirty="0">
                <a:solidFill>
                  <a:schemeClr val="tx1"/>
                </a:solidFill>
                <a:effectLst/>
                <a:latin typeface="+mn-lt"/>
                <a:ea typeface="Times New Roman" panose="02020603050405020304" pitchFamily="18" charset="0"/>
                <a:cs typeface="Times New Roman" panose="02020603050405020304" pitchFamily="18" charset="0"/>
              </a:rPr>
              <a:t>© </a:t>
            </a:r>
            <a:fld id="{DA3777BF-A1C6-4F92-A9EA-7320C98A4638}" type="datetimeyyyy">
              <a:rPr lang="en-US" sz="900" smtClean="0">
                <a:solidFill>
                  <a:schemeClr val="tx1"/>
                </a:solidFill>
                <a:effectLst/>
                <a:latin typeface="+mn-lt"/>
                <a:ea typeface="Times New Roman" panose="02020603050405020304" pitchFamily="18" charset="0"/>
                <a:cs typeface="Times New Roman" panose="02020603050405020304" pitchFamily="18" charset="0"/>
              </a:rPr>
              <a:pPr algn="r"/>
              <a:t>2025</a:t>
            </a:fld>
            <a:r>
              <a:rPr lang="en-US" sz="900" dirty="0">
                <a:solidFill>
                  <a:schemeClr val="tx1"/>
                </a:solidFill>
                <a:effectLst/>
                <a:latin typeface="+mn-lt"/>
                <a:ea typeface="Times New Roman" panose="02020603050405020304" pitchFamily="18" charset="0"/>
                <a:cs typeface="Times New Roman" panose="02020603050405020304" pitchFamily="18" charset="0"/>
              </a:rPr>
              <a:t> Hewlett Packard Enterprise Development LP</a:t>
            </a:r>
          </a:p>
        </p:txBody>
      </p:sp>
    </p:spTree>
    <p:extLst>
      <p:ext uri="{BB962C8B-B14F-4D97-AF65-F5344CB8AC3E}">
        <p14:creationId xmlns:p14="http://schemas.microsoft.com/office/powerpoint/2010/main" val="3153089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hank you with Light Picture">
    <p:bg>
      <p:bgPr>
        <a:solidFill>
          <a:schemeClr val="bg1">
            <a:lumMod val="95000"/>
          </a:schemeClr>
        </a:solidFill>
        <a:effectLst/>
      </p:bgPr>
    </p:bg>
    <p:spTree>
      <p:nvGrpSpPr>
        <p:cNvPr id="1" name=""/>
        <p:cNvGrpSpPr/>
        <p:nvPr/>
      </p:nvGrpSpPr>
      <p:grpSpPr>
        <a:xfrm>
          <a:off x="0" y="0"/>
          <a:ext cx="0" cy="0"/>
          <a:chOff x="0" y="0"/>
          <a:chExt cx="0" cy="0"/>
        </a:xfrm>
      </p:grpSpPr>
      <p:pic>
        <p:nvPicPr>
          <p:cNvPr id="2" name="Picture Element 1" descr="A green and grey gradient&#10;&#10;AI-generated content may be incorrect.">
            <a:extLst>
              <a:ext uri="{FF2B5EF4-FFF2-40B4-BE49-F238E27FC236}">
                <a16:creationId xmlns:a16="http://schemas.microsoft.com/office/drawing/2014/main" id="{DE9F31A4-7BA9-4409-0FF0-FF9FD06F3DB1}"/>
              </a:ext>
            </a:extLst>
          </p:cNvPr>
          <p:cNvPicPr>
            <a:picLocks noChangeAspect="1"/>
          </p:cNvPicPr>
          <p:nvPr userDrawn="1"/>
        </p:nvPicPr>
        <p:blipFill>
          <a:blip r:embed="rId2"/>
          <a:stretch>
            <a:fillRect/>
          </a:stretch>
        </p:blipFill>
        <p:spPr>
          <a:xfrm>
            <a:off x="0" y="1368339"/>
            <a:ext cx="10819505" cy="4114800"/>
          </a:xfrm>
          <a:prstGeom prst="rect">
            <a:avLst/>
          </a:prstGeom>
        </p:spPr>
      </p:pic>
      <p:sp>
        <p:nvSpPr>
          <p:cNvPr id="8" name="Title 2">
            <a:extLst>
              <a:ext uri="{FF2B5EF4-FFF2-40B4-BE49-F238E27FC236}">
                <a16:creationId xmlns:a16="http://schemas.microsoft.com/office/drawing/2014/main" id="{ED5DFE24-7967-7D11-937E-63FD38BAB7CE}"/>
              </a:ext>
            </a:extLst>
          </p:cNvPr>
          <p:cNvSpPr>
            <a:spLocks noGrp="1"/>
          </p:cNvSpPr>
          <p:nvPr>
            <p:ph type="title" hasCustomPrompt="1"/>
          </p:nvPr>
        </p:nvSpPr>
        <p:spPr>
          <a:xfrm>
            <a:off x="374903" y="2449576"/>
            <a:ext cx="9359900" cy="875899"/>
          </a:xfrm>
        </p:spPr>
        <p:txBody>
          <a:bodyPr lIns="0" tIns="0" rIns="0" bIns="0" anchor="b"/>
          <a:lstStyle>
            <a:lvl1pPr>
              <a:lnSpc>
                <a:spcPct val="90000"/>
              </a:lnSpc>
              <a:spcBef>
                <a:spcPct val="0"/>
              </a:spcBef>
              <a:spcAft>
                <a:spcPts val="0"/>
              </a:spcAft>
              <a:defRPr sz="5600">
                <a:solidFill>
                  <a:schemeClr val="tx1"/>
                </a:solidFill>
              </a:defRPr>
            </a:lvl1pPr>
          </a:lstStyle>
          <a:p>
            <a:r>
              <a:rPr lang="en-US" dirty="0"/>
              <a:t>Thank </a:t>
            </a:r>
            <a:r>
              <a:rPr lang="pl-PL" dirty="0"/>
              <a:t>Y</a:t>
            </a:r>
            <a:r>
              <a:rPr lang="en-US" dirty="0" err="1"/>
              <a:t>ou</a:t>
            </a:r>
            <a:r>
              <a:rPr lang="en-US" dirty="0"/>
              <a:t> (</a:t>
            </a:r>
            <a:r>
              <a:rPr lang="pl-PL" dirty="0"/>
              <a:t>light</a:t>
            </a:r>
            <a:r>
              <a:rPr lang="en-US" dirty="0"/>
              <a:t> picture)</a:t>
            </a:r>
          </a:p>
        </p:txBody>
      </p:sp>
      <p:sp>
        <p:nvSpPr>
          <p:cNvPr id="3" name="Text Placeholder 3">
            <a:extLst>
              <a:ext uri="{FF2B5EF4-FFF2-40B4-BE49-F238E27FC236}">
                <a16:creationId xmlns:a16="http://schemas.microsoft.com/office/drawing/2014/main" id="{12085280-0B62-84D3-5783-A089C9A32CCE}"/>
              </a:ext>
            </a:extLst>
          </p:cNvPr>
          <p:cNvSpPr>
            <a:spLocks noGrp="1"/>
          </p:cNvSpPr>
          <p:nvPr>
            <p:ph type="body" sz="quarter" idx="12" hasCustomPrompt="1"/>
          </p:nvPr>
        </p:nvSpPr>
        <p:spPr>
          <a:xfrm>
            <a:off x="383432" y="3392391"/>
            <a:ext cx="9359900" cy="876300"/>
          </a:xfrm>
          <a:prstGeom prst="rect">
            <a:avLst/>
          </a:prstGeom>
        </p:spPr>
        <p:txBody>
          <a:bodyPr lIns="0" tIns="45720" rIns="0" bIns="45720">
            <a:normAutofit/>
          </a:bodyPr>
          <a:lstStyle>
            <a:lvl1pPr>
              <a:lnSpc>
                <a:spcPct val="100000"/>
              </a:lnSpc>
              <a:spcBef>
                <a:spcPts val="0"/>
              </a:spcBef>
              <a:spcAft>
                <a:spcPts val="0"/>
              </a:spcAft>
              <a:defRPr sz="1500">
                <a:solidFill>
                  <a:schemeClr val="tx1"/>
                </a:solidFill>
              </a:defRPr>
            </a:lvl1pPr>
          </a:lstStyle>
          <a:p>
            <a:r>
              <a:rPr lang="en-US" dirty="0"/>
              <a:t>Speaker contact information</a:t>
            </a:r>
          </a:p>
        </p:txBody>
      </p:sp>
      <p:sp>
        <p:nvSpPr>
          <p:cNvPr id="13" name="Footer Placeholder 4">
            <a:extLst>
              <a:ext uri="{FF2B5EF4-FFF2-40B4-BE49-F238E27FC236}">
                <a16:creationId xmlns:a16="http://schemas.microsoft.com/office/drawing/2014/main" id="{F7BE8274-93CB-8904-C782-810A38A1D7B5}"/>
              </a:ext>
            </a:extLst>
          </p:cNvPr>
          <p:cNvSpPr>
            <a:spLocks noGrp="1"/>
          </p:cNvSpPr>
          <p:nvPr>
            <p:ph type="ftr" sz="quarter" idx="14"/>
          </p:nvPr>
        </p:nvSpPr>
        <p:spPr>
          <a:xfrm>
            <a:off x="5592973" y="6192760"/>
            <a:ext cx="6217666" cy="190500"/>
          </a:xfrm>
        </p:spPr>
        <p:txBody>
          <a:bodyPr/>
          <a:lstStyle>
            <a:lvl1pPr>
              <a:defRPr sz="900">
                <a:solidFill>
                  <a:schemeClr val="tx1"/>
                </a:solidFill>
              </a:defRPr>
            </a:lvl1pPr>
          </a:lstStyle>
          <a:p>
            <a:pPr algn="r"/>
            <a:r>
              <a:rPr lang="en-US"/>
              <a:t>Confidential | Authorized HPE partner use only</a:t>
            </a:r>
            <a:endParaRPr lang="en-US" dirty="0"/>
          </a:p>
        </p:txBody>
      </p:sp>
      <p:sp>
        <p:nvSpPr>
          <p:cNvPr id="12" name="Text Placeholder 5">
            <a:extLst>
              <a:ext uri="{FF2B5EF4-FFF2-40B4-BE49-F238E27FC236}">
                <a16:creationId xmlns:a16="http://schemas.microsoft.com/office/drawing/2014/main" id="{066ECF0A-4D7E-CA75-6327-AA0FF80CF9A4}"/>
              </a:ext>
            </a:extLst>
          </p:cNvPr>
          <p:cNvSpPr txBox="1"/>
          <p:nvPr userDrawn="1"/>
        </p:nvSpPr>
        <p:spPr>
          <a:xfrm>
            <a:off x="5092816" y="6418471"/>
            <a:ext cx="6717823" cy="138499"/>
          </a:xfrm>
          <a:prstGeom prst="rect">
            <a:avLst/>
          </a:prstGeom>
          <a:noFill/>
          <a:ln w="57150">
            <a:noFill/>
            <a:miter lim="800000"/>
          </a:ln>
        </p:spPr>
        <p:txBody>
          <a:bodyPr wrap="square" lIns="0" tIns="0" rIns="0" bIns="0">
            <a:spAutoFit/>
          </a:bodyPr>
          <a:lstStyle/>
          <a:p>
            <a:pPr algn="r"/>
            <a:r>
              <a:rPr lang="en-US" sz="900" dirty="0">
                <a:solidFill>
                  <a:schemeClr val="tx1"/>
                </a:solidFill>
                <a:effectLst/>
                <a:latin typeface="+mn-lt"/>
                <a:ea typeface="Times New Roman" panose="02020603050405020304" pitchFamily="18" charset="0"/>
                <a:cs typeface="Times New Roman" panose="02020603050405020304" pitchFamily="18" charset="0"/>
              </a:rPr>
              <a:t>© </a:t>
            </a:r>
            <a:fld id="{DA3777BF-A1C6-4F92-A9EA-7320C98A4638}" type="datetimeyyyy">
              <a:rPr lang="en-US" sz="900" smtClean="0">
                <a:solidFill>
                  <a:schemeClr val="tx1"/>
                </a:solidFill>
                <a:effectLst/>
                <a:latin typeface="+mn-lt"/>
                <a:ea typeface="Times New Roman" panose="02020603050405020304" pitchFamily="18" charset="0"/>
                <a:cs typeface="Times New Roman" panose="02020603050405020304" pitchFamily="18" charset="0"/>
              </a:rPr>
              <a:pPr algn="r"/>
              <a:t>2025</a:t>
            </a:fld>
            <a:r>
              <a:rPr lang="en-US" sz="900" dirty="0">
                <a:solidFill>
                  <a:schemeClr val="tx1"/>
                </a:solidFill>
                <a:effectLst/>
                <a:latin typeface="+mn-lt"/>
                <a:ea typeface="Times New Roman" panose="02020603050405020304" pitchFamily="18" charset="0"/>
                <a:cs typeface="Times New Roman" panose="02020603050405020304" pitchFamily="18" charset="0"/>
              </a:rPr>
              <a:t> Hewlett Packard Enterprise Development LP</a:t>
            </a:r>
          </a:p>
        </p:txBody>
      </p:sp>
    </p:spTree>
    <p:extLst>
      <p:ext uri="{BB962C8B-B14F-4D97-AF65-F5344CB8AC3E}">
        <p14:creationId xmlns:p14="http://schemas.microsoft.com/office/powerpoint/2010/main" val="98034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hank you with Dark Picture">
    <p:bg>
      <p:bgPr>
        <a:solidFill>
          <a:schemeClr val="tx1">
            <a:lumMod val="90000"/>
            <a:lumOff val="10000"/>
          </a:schemeClr>
        </a:solidFill>
        <a:effectLst/>
      </p:bgPr>
    </p:bg>
    <p:spTree>
      <p:nvGrpSpPr>
        <p:cNvPr id="1" name=""/>
        <p:cNvGrpSpPr/>
        <p:nvPr/>
      </p:nvGrpSpPr>
      <p:grpSpPr>
        <a:xfrm>
          <a:off x="0" y="0"/>
          <a:ext cx="0" cy="0"/>
          <a:chOff x="0" y="0"/>
          <a:chExt cx="0" cy="0"/>
        </a:xfrm>
      </p:grpSpPr>
      <p:pic>
        <p:nvPicPr>
          <p:cNvPr id="2" name="Picture Element 1" descr="A green and grey gradient&#10;&#10;AI-generated content may be incorrect.">
            <a:extLst>
              <a:ext uri="{FF2B5EF4-FFF2-40B4-BE49-F238E27FC236}">
                <a16:creationId xmlns:a16="http://schemas.microsoft.com/office/drawing/2014/main" id="{547D85B3-8CD9-9846-DB0A-12364143C2EA}"/>
              </a:ext>
            </a:extLst>
          </p:cNvPr>
          <p:cNvPicPr>
            <a:picLocks noChangeAspect="1"/>
          </p:cNvPicPr>
          <p:nvPr userDrawn="1"/>
        </p:nvPicPr>
        <p:blipFill>
          <a:blip r:embed="rId2">
            <a:alphaModFix amt="85000"/>
          </a:blip>
          <a:stretch>
            <a:fillRect/>
          </a:stretch>
        </p:blipFill>
        <p:spPr>
          <a:xfrm>
            <a:off x="0" y="1371600"/>
            <a:ext cx="10819505" cy="4114800"/>
          </a:xfrm>
          <a:prstGeom prst="rect">
            <a:avLst/>
          </a:prstGeom>
        </p:spPr>
      </p:pic>
      <p:sp>
        <p:nvSpPr>
          <p:cNvPr id="8" name="Title 2">
            <a:extLst>
              <a:ext uri="{FF2B5EF4-FFF2-40B4-BE49-F238E27FC236}">
                <a16:creationId xmlns:a16="http://schemas.microsoft.com/office/drawing/2014/main" id="{ED5DFE24-7967-7D11-937E-63FD38BAB7CE}"/>
              </a:ext>
            </a:extLst>
          </p:cNvPr>
          <p:cNvSpPr>
            <a:spLocks noGrp="1"/>
          </p:cNvSpPr>
          <p:nvPr>
            <p:ph type="title" hasCustomPrompt="1"/>
          </p:nvPr>
        </p:nvSpPr>
        <p:spPr>
          <a:xfrm>
            <a:off x="374903" y="2449576"/>
            <a:ext cx="9359900" cy="875899"/>
          </a:xfrm>
        </p:spPr>
        <p:txBody>
          <a:bodyPr lIns="0" tIns="0" rIns="0" bIns="0" anchor="b"/>
          <a:lstStyle>
            <a:lvl1pPr>
              <a:lnSpc>
                <a:spcPct val="90000"/>
              </a:lnSpc>
              <a:spcBef>
                <a:spcPct val="0"/>
              </a:spcBef>
              <a:spcAft>
                <a:spcPts val="0"/>
              </a:spcAft>
              <a:defRPr sz="5600">
                <a:solidFill>
                  <a:schemeClr val="bg1"/>
                </a:solidFill>
              </a:defRPr>
            </a:lvl1pPr>
          </a:lstStyle>
          <a:p>
            <a:r>
              <a:rPr lang="en-US" dirty="0"/>
              <a:t>Thank </a:t>
            </a:r>
            <a:r>
              <a:rPr lang="pl-PL" dirty="0"/>
              <a:t>Y</a:t>
            </a:r>
            <a:r>
              <a:rPr lang="en-US" dirty="0" err="1"/>
              <a:t>ou</a:t>
            </a:r>
            <a:r>
              <a:rPr lang="en-US" dirty="0"/>
              <a:t> (dark picture)</a:t>
            </a:r>
          </a:p>
        </p:txBody>
      </p:sp>
      <p:sp>
        <p:nvSpPr>
          <p:cNvPr id="3" name="Text Placeholder 3">
            <a:extLst>
              <a:ext uri="{FF2B5EF4-FFF2-40B4-BE49-F238E27FC236}">
                <a16:creationId xmlns:a16="http://schemas.microsoft.com/office/drawing/2014/main" id="{12085280-0B62-84D3-5783-A089C9A32CCE}"/>
              </a:ext>
            </a:extLst>
          </p:cNvPr>
          <p:cNvSpPr>
            <a:spLocks noGrp="1"/>
          </p:cNvSpPr>
          <p:nvPr>
            <p:ph type="body" sz="quarter" idx="12" hasCustomPrompt="1"/>
          </p:nvPr>
        </p:nvSpPr>
        <p:spPr>
          <a:xfrm>
            <a:off x="383433" y="3392391"/>
            <a:ext cx="9359900" cy="876300"/>
          </a:xfrm>
          <a:prstGeom prst="rect">
            <a:avLst/>
          </a:prstGeom>
        </p:spPr>
        <p:txBody>
          <a:bodyPr lIns="0" tIns="45720" rIns="0" bIns="45720">
            <a:normAutofit/>
          </a:bodyPr>
          <a:lstStyle>
            <a:lvl1pPr>
              <a:lnSpc>
                <a:spcPct val="100000"/>
              </a:lnSpc>
              <a:spcBef>
                <a:spcPts val="0"/>
              </a:spcBef>
              <a:spcAft>
                <a:spcPts val="0"/>
              </a:spcAft>
              <a:defRPr sz="1500">
                <a:solidFill>
                  <a:schemeClr val="bg1"/>
                </a:solidFill>
              </a:defRPr>
            </a:lvl1pPr>
          </a:lstStyle>
          <a:p>
            <a:r>
              <a:rPr lang="en-US" dirty="0"/>
              <a:t>Speaker contact information</a:t>
            </a:r>
          </a:p>
        </p:txBody>
      </p:sp>
      <p:sp>
        <p:nvSpPr>
          <p:cNvPr id="6" name="Footer Placeholder 7">
            <a:extLst>
              <a:ext uri="{FF2B5EF4-FFF2-40B4-BE49-F238E27FC236}">
                <a16:creationId xmlns:a16="http://schemas.microsoft.com/office/drawing/2014/main" id="{48116B25-28AD-427B-1033-715BCFEF17EE}"/>
              </a:ext>
            </a:extLst>
          </p:cNvPr>
          <p:cNvSpPr>
            <a:spLocks noGrp="1"/>
          </p:cNvSpPr>
          <p:nvPr>
            <p:ph type="ftr" sz="quarter" idx="14"/>
          </p:nvPr>
        </p:nvSpPr>
        <p:spPr>
          <a:xfrm>
            <a:off x="5592973" y="6192760"/>
            <a:ext cx="6217666" cy="190500"/>
          </a:xfrm>
        </p:spPr>
        <p:txBody>
          <a:bodyPr/>
          <a:lstStyle>
            <a:lvl1pPr>
              <a:defRPr sz="900" b="0">
                <a:solidFill>
                  <a:schemeClr val="bg1"/>
                </a:solidFill>
                <a:latin typeface="+mn-lt"/>
              </a:defRPr>
            </a:lvl1pPr>
          </a:lstStyle>
          <a:p>
            <a:pPr algn="r"/>
            <a:r>
              <a:rPr lang="en-US"/>
              <a:t>Confidential | Authorized HPE partner use only</a:t>
            </a:r>
            <a:endParaRPr lang="en-US" dirty="0"/>
          </a:p>
        </p:txBody>
      </p:sp>
      <p:sp>
        <p:nvSpPr>
          <p:cNvPr id="5" name="Text Placeholder 8">
            <a:extLst>
              <a:ext uri="{FF2B5EF4-FFF2-40B4-BE49-F238E27FC236}">
                <a16:creationId xmlns:a16="http://schemas.microsoft.com/office/drawing/2014/main" id="{0183FCC9-DD19-ACEA-AAB1-9D15104F9E8D}"/>
              </a:ext>
            </a:extLst>
          </p:cNvPr>
          <p:cNvSpPr txBox="1"/>
          <p:nvPr userDrawn="1"/>
        </p:nvSpPr>
        <p:spPr>
          <a:xfrm>
            <a:off x="5092816" y="6418471"/>
            <a:ext cx="6717823" cy="138499"/>
          </a:xfrm>
          <a:prstGeom prst="rect">
            <a:avLst/>
          </a:prstGeom>
          <a:noFill/>
          <a:ln w="57150">
            <a:noFill/>
            <a:miter lim="800000"/>
          </a:ln>
        </p:spPr>
        <p:txBody>
          <a:bodyPr wrap="square" lIns="0" tIns="0" rIns="0" bIns="0">
            <a:spAutoFit/>
          </a:bodyPr>
          <a:lstStyle/>
          <a:p>
            <a:pPr algn="r"/>
            <a:r>
              <a:rPr lang="en-US" sz="900" b="0" dirty="0">
                <a:solidFill>
                  <a:schemeClr val="bg1"/>
                </a:solidFill>
                <a:effectLst/>
                <a:latin typeface="+mn-lt"/>
                <a:ea typeface="Times New Roman" panose="02020603050405020304" pitchFamily="18" charset="0"/>
                <a:cs typeface="Times New Roman" panose="02020603050405020304" pitchFamily="18" charset="0"/>
              </a:rPr>
              <a:t>© </a:t>
            </a:r>
            <a:fld id="{DA3777BF-A1C6-4F92-A9EA-7320C98A4638}" type="datetimeyyyy">
              <a:rPr lang="en-US" sz="900" b="0" smtClean="0">
                <a:solidFill>
                  <a:schemeClr val="bg1"/>
                </a:solidFill>
                <a:effectLst/>
                <a:latin typeface="+mn-lt"/>
                <a:ea typeface="Times New Roman" panose="02020603050405020304" pitchFamily="18" charset="0"/>
                <a:cs typeface="Times New Roman" panose="02020603050405020304" pitchFamily="18" charset="0"/>
              </a:rPr>
              <a:pPr algn="r"/>
              <a:t>2025</a:t>
            </a:fld>
            <a:r>
              <a:rPr lang="en-US" sz="900" b="0" dirty="0">
                <a:solidFill>
                  <a:schemeClr val="bg1"/>
                </a:solidFill>
                <a:effectLst/>
                <a:latin typeface="+mn-lt"/>
                <a:ea typeface="Times New Roman" panose="02020603050405020304" pitchFamily="18" charset="0"/>
                <a:cs typeface="Times New Roman" panose="02020603050405020304" pitchFamily="18" charset="0"/>
              </a:rPr>
              <a:t> Hewlett Packard Enterprise Development LP</a:t>
            </a:r>
          </a:p>
        </p:txBody>
      </p:sp>
      <p:pic>
        <p:nvPicPr>
          <p:cNvPr id="4" name="Graphic 3">
            <a:extLst>
              <a:ext uri="{FF2B5EF4-FFF2-40B4-BE49-F238E27FC236}">
                <a16:creationId xmlns:a16="http://schemas.microsoft.com/office/drawing/2014/main" id="{E3E29A4A-B373-2C6D-CC98-4BBF49F1114C}"/>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71410" y="6278357"/>
            <a:ext cx="1782826" cy="300852"/>
          </a:xfrm>
          <a:prstGeom prst="rect">
            <a:avLst/>
          </a:prstGeom>
        </p:spPr>
      </p:pic>
    </p:spTree>
    <p:extLst>
      <p:ext uri="{BB962C8B-B14F-4D97-AF65-F5344CB8AC3E}">
        <p14:creationId xmlns:p14="http://schemas.microsoft.com/office/powerpoint/2010/main" val="3896271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2" name="Logo Lockup 1">
            <a:extLst>
              <a:ext uri="{FF2B5EF4-FFF2-40B4-BE49-F238E27FC236}">
                <a16:creationId xmlns:a16="http://schemas.microsoft.com/office/drawing/2014/main" id="{015024FF-900A-E282-153D-97BCD3769DD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66964" y="239420"/>
            <a:ext cx="3462086" cy="584227"/>
          </a:xfrm>
          <a:prstGeom prst="rect">
            <a:avLst/>
          </a:prstGeom>
        </p:spPr>
      </p:pic>
      <p:sp>
        <p:nvSpPr>
          <p:cNvPr id="15" name="Title 2"/>
          <p:cNvSpPr>
            <a:spLocks noGrp="1"/>
          </p:cNvSpPr>
          <p:nvPr>
            <p:ph type="title" hasCustomPrompt="1"/>
          </p:nvPr>
        </p:nvSpPr>
        <p:spPr>
          <a:xfrm>
            <a:off x="374904" y="1869197"/>
            <a:ext cx="11423555" cy="1905000"/>
          </a:xfrm>
        </p:spPr>
        <p:txBody>
          <a:bodyPr lIns="0" tIns="91440" rIns="91440" bIns="91440" anchor="b"/>
          <a:lstStyle>
            <a:lvl1pPr>
              <a:lnSpc>
                <a:spcPct val="80000"/>
              </a:lnSpc>
              <a:defRPr sz="4800">
                <a:solidFill>
                  <a:schemeClr val="tx1"/>
                </a:solidFill>
              </a:defRPr>
            </a:lvl1pPr>
          </a:lstStyle>
          <a:p>
            <a:r>
              <a:rPr lang="en-US" dirty="0"/>
              <a:t>Click to edit</a:t>
            </a:r>
            <a:br>
              <a:rPr lang="en-US" dirty="0"/>
            </a:br>
            <a:r>
              <a:rPr lang="en-US" dirty="0"/>
              <a:t>master title style</a:t>
            </a:r>
          </a:p>
        </p:txBody>
      </p:sp>
      <p:sp>
        <p:nvSpPr>
          <p:cNvPr id="16" name="Subtitle 3"/>
          <p:cNvSpPr>
            <a:spLocks noGrp="1"/>
          </p:cNvSpPr>
          <p:nvPr>
            <p:ph type="subTitle" idx="1" hasCustomPrompt="1"/>
          </p:nvPr>
        </p:nvSpPr>
        <p:spPr>
          <a:xfrm>
            <a:off x="374904" y="3959860"/>
            <a:ext cx="8229600" cy="438912"/>
          </a:xfrm>
          <a:prstGeom prst="rect">
            <a:avLst/>
          </a:prstGeom>
        </p:spPr>
        <p:txBody>
          <a:bodyPr lIns="0" tIns="91440" rIns="91440" bIns="91440">
            <a:noAutofit/>
          </a:bodyPr>
          <a:lstStyle>
            <a:lvl1pPr marL="0" indent="0" algn="l">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17" name="Date 4"/>
          <p:cNvSpPr>
            <a:spLocks noGrp="1"/>
          </p:cNvSpPr>
          <p:nvPr>
            <p:ph type="body" sz="quarter" idx="13" hasCustomPrompt="1"/>
          </p:nvPr>
        </p:nvSpPr>
        <p:spPr>
          <a:xfrm>
            <a:off x="374904" y="4428490"/>
            <a:ext cx="5489578" cy="339214"/>
          </a:xfrm>
          <a:prstGeom prst="rect">
            <a:avLst/>
          </a:prstGeom>
        </p:spPr>
        <p:txBody>
          <a:bodyPr lIns="0" tIns="91440" rIns="91440" bIns="91440">
            <a:noAutofit/>
          </a:bodyPr>
          <a:lstStyle>
            <a:lvl1pPr marL="0" indent="0">
              <a:spcBef>
                <a:spcPts val="0"/>
              </a:spcBef>
              <a:buNone/>
              <a:defRPr sz="1600" baseline="0">
                <a:solidFill>
                  <a:schemeClr val="tx1"/>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Month day, year</a:t>
            </a:r>
          </a:p>
        </p:txBody>
      </p:sp>
      <p:sp>
        <p:nvSpPr>
          <p:cNvPr id="3" name="Footer Placeholder 5">
            <a:extLst>
              <a:ext uri="{FF2B5EF4-FFF2-40B4-BE49-F238E27FC236}">
                <a16:creationId xmlns:a16="http://schemas.microsoft.com/office/drawing/2014/main" id="{4E6A0C1C-FFFA-74C0-3719-4E6EA4C7BF7D}"/>
              </a:ext>
            </a:extLst>
          </p:cNvPr>
          <p:cNvSpPr>
            <a:spLocks noGrp="1"/>
          </p:cNvSpPr>
          <p:nvPr>
            <p:ph type="ftr" sz="quarter" idx="14"/>
          </p:nvPr>
        </p:nvSpPr>
        <p:spPr/>
        <p:txBody>
          <a:bodyPr/>
          <a:lstStyle/>
          <a:p>
            <a:pPr algn="r"/>
            <a:r>
              <a:rPr lang="en-US"/>
              <a:t>Confidential | Authorized HPE partner use only</a:t>
            </a:r>
            <a:endParaRPr lang="en-US" dirty="0"/>
          </a:p>
        </p:txBody>
      </p:sp>
      <p:sp>
        <p:nvSpPr>
          <p:cNvPr id="4" name="Slide Number Placeholder 6">
            <a:extLst>
              <a:ext uri="{FF2B5EF4-FFF2-40B4-BE49-F238E27FC236}">
                <a16:creationId xmlns:a16="http://schemas.microsoft.com/office/drawing/2014/main" id="{7FCAEB09-CC92-C4AF-AFC7-84F7B4C83689}"/>
              </a:ext>
            </a:extLst>
          </p:cNvPr>
          <p:cNvSpPr>
            <a:spLocks noGrp="1"/>
          </p:cNvSpPr>
          <p:nvPr>
            <p:ph type="sldNum" sz="quarter" idx="15"/>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598214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le Slide with Dark Picture">
    <p:bg>
      <p:bgPr>
        <a:solidFill>
          <a:schemeClr val="tx1"/>
        </a:solidFill>
        <a:effectLst/>
      </p:bgPr>
    </p:bg>
    <p:spTree>
      <p:nvGrpSpPr>
        <p:cNvPr id="1" name=""/>
        <p:cNvGrpSpPr/>
        <p:nvPr/>
      </p:nvGrpSpPr>
      <p:grpSpPr>
        <a:xfrm>
          <a:off x="0" y="0"/>
          <a:ext cx="0" cy="0"/>
          <a:chOff x="0" y="0"/>
          <a:chExt cx="0" cy="0"/>
        </a:xfrm>
      </p:grpSpPr>
      <p:pic>
        <p:nvPicPr>
          <p:cNvPr id="5" name="Logo Lockup 1">
            <a:extLst>
              <a:ext uri="{FF2B5EF4-FFF2-40B4-BE49-F238E27FC236}">
                <a16:creationId xmlns:a16="http://schemas.microsoft.com/office/drawing/2014/main" id="{19B1F937-0BDB-30AD-3B4B-E9699013632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66964" y="239420"/>
            <a:ext cx="3462085" cy="584227"/>
          </a:xfrm>
          <a:prstGeom prst="rect">
            <a:avLst/>
          </a:prstGeom>
        </p:spPr>
      </p:pic>
      <p:sp>
        <p:nvSpPr>
          <p:cNvPr id="15" name="Title 2"/>
          <p:cNvSpPr>
            <a:spLocks noGrp="1"/>
          </p:cNvSpPr>
          <p:nvPr userDrawn="1">
            <p:ph type="title" hasCustomPrompt="1"/>
          </p:nvPr>
        </p:nvSpPr>
        <p:spPr>
          <a:xfrm>
            <a:off x="374904" y="1869197"/>
            <a:ext cx="11423555" cy="1905000"/>
          </a:xfrm>
        </p:spPr>
        <p:txBody>
          <a:bodyPr lIns="0" tIns="91440" rIns="0" bIns="91440" anchor="b"/>
          <a:lstStyle>
            <a:lvl1pPr>
              <a:lnSpc>
                <a:spcPct val="80000"/>
              </a:lnSpc>
              <a:defRPr sz="4800">
                <a:solidFill>
                  <a:schemeClr val="bg1"/>
                </a:solidFill>
                <a:latin typeface="+mj-lt"/>
              </a:defRPr>
            </a:lvl1pPr>
          </a:lstStyle>
          <a:p>
            <a:r>
              <a:rPr lang="en-US" dirty="0"/>
              <a:t>Click to edit</a:t>
            </a:r>
            <a:br>
              <a:rPr lang="en-US" dirty="0"/>
            </a:br>
            <a:r>
              <a:rPr lang="en-US" dirty="0"/>
              <a:t>master title style</a:t>
            </a:r>
          </a:p>
        </p:txBody>
      </p:sp>
      <p:sp>
        <p:nvSpPr>
          <p:cNvPr id="16" name="Subtitle 3"/>
          <p:cNvSpPr>
            <a:spLocks noGrp="1"/>
          </p:cNvSpPr>
          <p:nvPr userDrawn="1">
            <p:ph type="subTitle" idx="1" hasCustomPrompt="1"/>
          </p:nvPr>
        </p:nvSpPr>
        <p:spPr>
          <a:xfrm>
            <a:off x="374904" y="3959860"/>
            <a:ext cx="8229600" cy="438912"/>
          </a:xfrm>
          <a:prstGeom prst="rect">
            <a:avLst/>
          </a:prstGeom>
        </p:spPr>
        <p:txBody>
          <a:bodyPr lIns="0" tIns="91440" rIns="0" bIns="91440">
            <a:noAutofit/>
          </a:bodyPr>
          <a:lstStyle>
            <a:lvl1pPr marL="0" indent="0" algn="l">
              <a:spcBef>
                <a:spcPts val="0"/>
              </a:spcBef>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17" name="Date 4"/>
          <p:cNvSpPr>
            <a:spLocks noGrp="1"/>
          </p:cNvSpPr>
          <p:nvPr userDrawn="1">
            <p:ph type="body" sz="quarter" idx="13" hasCustomPrompt="1"/>
          </p:nvPr>
        </p:nvSpPr>
        <p:spPr>
          <a:xfrm>
            <a:off x="374904" y="4428490"/>
            <a:ext cx="5489578" cy="339214"/>
          </a:xfrm>
          <a:prstGeom prst="rect">
            <a:avLst/>
          </a:prstGeom>
        </p:spPr>
        <p:txBody>
          <a:bodyPr lIns="0" tIns="91440" rIns="0" bIns="91440">
            <a:noAutofit/>
          </a:bodyPr>
          <a:lstStyle>
            <a:lvl1pPr marL="0" indent="0">
              <a:spcBef>
                <a:spcPts val="0"/>
              </a:spcBef>
              <a:buNone/>
              <a:defRPr sz="1600" baseline="0">
                <a:solidFill>
                  <a:schemeClr val="bg1"/>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Month day, year</a:t>
            </a:r>
          </a:p>
        </p:txBody>
      </p:sp>
      <p:sp>
        <p:nvSpPr>
          <p:cNvPr id="2" name="Footer Placeholder 5">
            <a:extLst>
              <a:ext uri="{FF2B5EF4-FFF2-40B4-BE49-F238E27FC236}">
                <a16:creationId xmlns:a16="http://schemas.microsoft.com/office/drawing/2014/main" id="{DDA1A1B8-63A0-5FF8-D94D-A64DF0037BD0}"/>
              </a:ext>
            </a:extLst>
          </p:cNvPr>
          <p:cNvSpPr>
            <a:spLocks noGrp="1"/>
          </p:cNvSpPr>
          <p:nvPr>
            <p:ph type="ftr" sz="quarter" idx="14"/>
          </p:nvPr>
        </p:nvSpPr>
        <p:spPr/>
        <p:txBody>
          <a:bodyPr/>
          <a:lstStyle>
            <a:lvl1pPr>
              <a:defRPr>
                <a:solidFill>
                  <a:schemeClr val="bg1"/>
                </a:solidFill>
              </a:defRPr>
            </a:lvl1pPr>
          </a:lstStyle>
          <a:p>
            <a:pPr algn="r"/>
            <a:r>
              <a:rPr lang="en-US"/>
              <a:t>Confidential | Authorized HPE partner use only</a:t>
            </a:r>
            <a:endParaRPr lang="en-US" dirty="0"/>
          </a:p>
        </p:txBody>
      </p:sp>
      <p:sp>
        <p:nvSpPr>
          <p:cNvPr id="3" name="Slide Number Placeholder 6">
            <a:extLst>
              <a:ext uri="{FF2B5EF4-FFF2-40B4-BE49-F238E27FC236}">
                <a16:creationId xmlns:a16="http://schemas.microsoft.com/office/drawing/2014/main" id="{6F51E08A-0EC1-9757-9EC4-3B8B8A2FC09D}"/>
              </a:ext>
            </a:extLst>
          </p:cNvPr>
          <p:cNvSpPr>
            <a:spLocks noGrp="1"/>
          </p:cNvSpPr>
          <p:nvPr>
            <p:ph type="sldNum" sz="quarter" idx="15"/>
          </p:nvPr>
        </p:nvSpPr>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523372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Slide with Light Picture">
    <p:bg>
      <p:bgPr>
        <a:solidFill>
          <a:schemeClr val="bg1"/>
        </a:solidFill>
        <a:effectLst/>
      </p:bgPr>
    </p:bg>
    <p:spTree>
      <p:nvGrpSpPr>
        <p:cNvPr id="1" name=""/>
        <p:cNvGrpSpPr/>
        <p:nvPr/>
      </p:nvGrpSpPr>
      <p:grpSpPr>
        <a:xfrm>
          <a:off x="0" y="0"/>
          <a:ext cx="0" cy="0"/>
          <a:chOff x="0" y="0"/>
          <a:chExt cx="0" cy="0"/>
        </a:xfrm>
      </p:grpSpPr>
      <p:pic>
        <p:nvPicPr>
          <p:cNvPr id="3" name="Logo Lockup 1">
            <a:extLst>
              <a:ext uri="{FF2B5EF4-FFF2-40B4-BE49-F238E27FC236}">
                <a16:creationId xmlns:a16="http://schemas.microsoft.com/office/drawing/2014/main" id="{A42EAAF9-0F7B-0C01-FAF1-E3331561B50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66964" y="239420"/>
            <a:ext cx="3462086" cy="584227"/>
          </a:xfrm>
          <a:prstGeom prst="rect">
            <a:avLst/>
          </a:prstGeom>
        </p:spPr>
      </p:pic>
      <p:sp>
        <p:nvSpPr>
          <p:cNvPr id="15" name="Title 2"/>
          <p:cNvSpPr>
            <a:spLocks noGrp="1"/>
          </p:cNvSpPr>
          <p:nvPr>
            <p:ph type="title" hasCustomPrompt="1"/>
          </p:nvPr>
        </p:nvSpPr>
        <p:spPr>
          <a:xfrm>
            <a:off x="374904" y="1869197"/>
            <a:ext cx="11423555" cy="1905000"/>
          </a:xfrm>
        </p:spPr>
        <p:txBody>
          <a:bodyPr lIns="0" tIns="91440" rIns="91440" bIns="91440" anchor="b"/>
          <a:lstStyle>
            <a:lvl1pPr>
              <a:lnSpc>
                <a:spcPct val="80000"/>
              </a:lnSpc>
              <a:spcBef>
                <a:spcPct val="0"/>
              </a:spcBef>
              <a:spcAft>
                <a:spcPts val="0"/>
              </a:spcAft>
              <a:defRPr sz="4800">
                <a:solidFill>
                  <a:srgbClr val="292D3A"/>
                </a:solidFill>
              </a:defRPr>
            </a:lvl1pPr>
          </a:lstStyle>
          <a:p>
            <a:r>
              <a:rPr lang="en-US" dirty="0"/>
              <a:t>Click to edit</a:t>
            </a:r>
            <a:br>
              <a:rPr lang="en-US" dirty="0"/>
            </a:br>
            <a:r>
              <a:rPr lang="en-US" dirty="0"/>
              <a:t>master title style</a:t>
            </a:r>
          </a:p>
        </p:txBody>
      </p:sp>
      <p:sp>
        <p:nvSpPr>
          <p:cNvPr id="12" name="Subtitle 3"/>
          <p:cNvSpPr>
            <a:spLocks noGrp="1"/>
          </p:cNvSpPr>
          <p:nvPr>
            <p:ph type="subTitle" idx="1" hasCustomPrompt="1"/>
          </p:nvPr>
        </p:nvSpPr>
        <p:spPr>
          <a:xfrm>
            <a:off x="374904" y="3959860"/>
            <a:ext cx="8229600" cy="438912"/>
          </a:xfrm>
          <a:prstGeom prst="rect">
            <a:avLst/>
          </a:prstGeom>
        </p:spPr>
        <p:txBody>
          <a:bodyPr lIns="0" tIns="91440" rIns="91440" bIns="91440">
            <a:noAutofit/>
          </a:bodyPr>
          <a:lstStyle>
            <a:lvl1pPr marL="0" indent="0" algn="l">
              <a:lnSpc>
                <a:spcPct val="100000"/>
              </a:lnSpc>
              <a:spcBef>
                <a:spcPts val="0"/>
              </a:spcBef>
              <a:spcAft>
                <a:spcPts val="0"/>
              </a:spcAft>
              <a:buNone/>
              <a:defRPr sz="2000">
                <a:solidFill>
                  <a:srgbClr val="292D3A"/>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19" name="Date 4"/>
          <p:cNvSpPr>
            <a:spLocks noGrp="1"/>
          </p:cNvSpPr>
          <p:nvPr>
            <p:ph type="body" sz="quarter" idx="13" hasCustomPrompt="1"/>
          </p:nvPr>
        </p:nvSpPr>
        <p:spPr>
          <a:xfrm>
            <a:off x="374904" y="4428490"/>
            <a:ext cx="5489578" cy="339214"/>
          </a:xfrm>
          <a:prstGeom prst="rect">
            <a:avLst/>
          </a:prstGeom>
        </p:spPr>
        <p:txBody>
          <a:bodyPr lIns="0" tIns="91440" rIns="91440" bIns="91440">
            <a:noAutofit/>
          </a:bodyPr>
          <a:lstStyle>
            <a:lvl1pPr marL="0" indent="0">
              <a:lnSpc>
                <a:spcPct val="100000"/>
              </a:lnSpc>
              <a:spcBef>
                <a:spcPts val="0"/>
              </a:spcBef>
              <a:spcAft>
                <a:spcPts val="0"/>
              </a:spcAft>
              <a:buNone/>
              <a:defRPr sz="1600" baseline="0">
                <a:solidFill>
                  <a:srgbClr val="292D3A"/>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Month day, year</a:t>
            </a:r>
          </a:p>
        </p:txBody>
      </p:sp>
      <p:sp>
        <p:nvSpPr>
          <p:cNvPr id="2" name="Footer Placeholder 5">
            <a:extLst>
              <a:ext uri="{FF2B5EF4-FFF2-40B4-BE49-F238E27FC236}">
                <a16:creationId xmlns:a16="http://schemas.microsoft.com/office/drawing/2014/main" id="{8737513D-A3AB-F0E4-0CD1-28BE5E762183}"/>
              </a:ext>
            </a:extLst>
          </p:cNvPr>
          <p:cNvSpPr>
            <a:spLocks noGrp="1"/>
          </p:cNvSpPr>
          <p:nvPr>
            <p:ph type="ftr" sz="quarter" idx="14"/>
          </p:nvPr>
        </p:nvSpPr>
        <p:spPr/>
        <p:txBody>
          <a:bodyPr/>
          <a:lstStyle/>
          <a:p>
            <a:pPr algn="r"/>
            <a:r>
              <a:rPr lang="en-US"/>
              <a:t>Confidential | Authorized HPE partner use only</a:t>
            </a:r>
            <a:endParaRPr lang="en-US" dirty="0"/>
          </a:p>
        </p:txBody>
      </p:sp>
      <p:sp>
        <p:nvSpPr>
          <p:cNvPr id="4" name="Slide Number Placeholder 6">
            <a:extLst>
              <a:ext uri="{FF2B5EF4-FFF2-40B4-BE49-F238E27FC236}">
                <a16:creationId xmlns:a16="http://schemas.microsoft.com/office/drawing/2014/main" id="{32D4E66E-34EA-3AC2-4F5C-196138F8CF1C}"/>
              </a:ext>
            </a:extLst>
          </p:cNvPr>
          <p:cNvSpPr>
            <a:spLocks noGrp="1"/>
          </p:cNvSpPr>
          <p:nvPr>
            <p:ph type="sldNum" sz="quarter" idx="15"/>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73389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49E51-8DF9-4218-921D-C081999073EA}"/>
              </a:ext>
            </a:extLst>
          </p:cNvPr>
          <p:cNvSpPr>
            <a:spLocks noGrp="1"/>
          </p:cNvSpPr>
          <p:nvPr>
            <p:ph type="title"/>
          </p:nvPr>
        </p:nvSpPr>
        <p:spPr/>
        <p:txBody>
          <a:bodyPr/>
          <a:lstStyle/>
          <a:p>
            <a:r>
              <a:rPr lang="en-US"/>
              <a:t>Click to edit Master title style</a:t>
            </a:r>
            <a:endParaRPr lang="en-US" dirty="0"/>
          </a:p>
        </p:txBody>
      </p:sp>
      <p:sp>
        <p:nvSpPr>
          <p:cNvPr id="10" name="Text Placeholder 2">
            <a:extLst>
              <a:ext uri="{FF2B5EF4-FFF2-40B4-BE49-F238E27FC236}">
                <a16:creationId xmlns:a16="http://schemas.microsoft.com/office/drawing/2014/main" id="{6C56A94C-CC87-4EFE-A931-1D7270A84237}"/>
              </a:ext>
            </a:extLst>
          </p:cNvPr>
          <p:cNvSpPr>
            <a:spLocks noGrp="1"/>
          </p:cNvSpPr>
          <p:nvPr>
            <p:ph type="body" sz="quarter" idx="12"/>
          </p:nvPr>
        </p:nvSpPr>
        <p:spPr>
          <a:xfrm>
            <a:off x="413999" y="1071223"/>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06A40CBC-5E5F-4C0D-B831-0B04ABB23E0E}"/>
              </a:ext>
            </a:extLst>
          </p:cNvPr>
          <p:cNvSpPr>
            <a:spLocks noGrp="1"/>
          </p:cNvSpPr>
          <p:nvPr>
            <p:ph type="body" sz="quarter" idx="13"/>
          </p:nvPr>
        </p:nvSpPr>
        <p:spPr>
          <a:xfrm>
            <a:off x="413999" y="1931284"/>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12" name="Text Placeholder 4">
            <a:extLst>
              <a:ext uri="{FF2B5EF4-FFF2-40B4-BE49-F238E27FC236}">
                <a16:creationId xmlns:a16="http://schemas.microsoft.com/office/drawing/2014/main" id="{30BEDE27-A8C2-4066-B18C-F2AF9D0E869A}"/>
              </a:ext>
            </a:extLst>
          </p:cNvPr>
          <p:cNvSpPr>
            <a:spLocks noGrp="1"/>
          </p:cNvSpPr>
          <p:nvPr>
            <p:ph type="body" sz="quarter" idx="14"/>
          </p:nvPr>
        </p:nvSpPr>
        <p:spPr>
          <a:xfrm>
            <a:off x="413999" y="2791345"/>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13" name="Text Placeholder 5">
            <a:extLst>
              <a:ext uri="{FF2B5EF4-FFF2-40B4-BE49-F238E27FC236}">
                <a16:creationId xmlns:a16="http://schemas.microsoft.com/office/drawing/2014/main" id="{44BC743F-9EA3-4934-A5D5-4DB56D605F91}"/>
              </a:ext>
            </a:extLst>
          </p:cNvPr>
          <p:cNvSpPr>
            <a:spLocks noGrp="1"/>
          </p:cNvSpPr>
          <p:nvPr>
            <p:ph type="body" sz="quarter" idx="15"/>
          </p:nvPr>
        </p:nvSpPr>
        <p:spPr>
          <a:xfrm>
            <a:off x="413999" y="3651406"/>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14" name="Text Placeholder 6">
            <a:extLst>
              <a:ext uri="{FF2B5EF4-FFF2-40B4-BE49-F238E27FC236}">
                <a16:creationId xmlns:a16="http://schemas.microsoft.com/office/drawing/2014/main" id="{D4849EE3-6EC2-479A-93E8-35E49B7D799D}"/>
              </a:ext>
            </a:extLst>
          </p:cNvPr>
          <p:cNvSpPr>
            <a:spLocks noGrp="1"/>
          </p:cNvSpPr>
          <p:nvPr>
            <p:ph type="body" sz="quarter" idx="16"/>
          </p:nvPr>
        </p:nvSpPr>
        <p:spPr>
          <a:xfrm>
            <a:off x="413999" y="4511467"/>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15" name="Text Placeholder 7">
            <a:extLst>
              <a:ext uri="{FF2B5EF4-FFF2-40B4-BE49-F238E27FC236}">
                <a16:creationId xmlns:a16="http://schemas.microsoft.com/office/drawing/2014/main" id="{BFAAB4F0-B0A9-4671-AB48-BA9B5FA97F98}"/>
              </a:ext>
            </a:extLst>
          </p:cNvPr>
          <p:cNvSpPr>
            <a:spLocks noGrp="1"/>
          </p:cNvSpPr>
          <p:nvPr>
            <p:ph type="body" sz="quarter" idx="17"/>
          </p:nvPr>
        </p:nvSpPr>
        <p:spPr>
          <a:xfrm>
            <a:off x="413999" y="5371526"/>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6" name="Footer Placeholder 8">
            <a:extLst>
              <a:ext uri="{FF2B5EF4-FFF2-40B4-BE49-F238E27FC236}">
                <a16:creationId xmlns:a16="http://schemas.microsoft.com/office/drawing/2014/main" id="{BFE461D8-0641-727D-F822-B1556D372F28}"/>
              </a:ext>
            </a:extLst>
          </p:cNvPr>
          <p:cNvSpPr>
            <a:spLocks noGrp="1"/>
          </p:cNvSpPr>
          <p:nvPr>
            <p:ph type="ftr" sz="quarter" idx="18"/>
          </p:nvPr>
        </p:nvSpPr>
        <p:spPr/>
        <p:txBody>
          <a:bodyPr/>
          <a:lstStyle/>
          <a:p>
            <a:pPr algn="r"/>
            <a:r>
              <a:rPr lang="en-US"/>
              <a:t>Confidential | Authorized HPE partner use only</a:t>
            </a:r>
            <a:endParaRPr lang="en-US" dirty="0"/>
          </a:p>
        </p:txBody>
      </p:sp>
      <p:sp>
        <p:nvSpPr>
          <p:cNvPr id="7" name="Slide Number Placeholder 9">
            <a:extLst>
              <a:ext uri="{FF2B5EF4-FFF2-40B4-BE49-F238E27FC236}">
                <a16:creationId xmlns:a16="http://schemas.microsoft.com/office/drawing/2014/main" id="{CFDC7940-ECD3-9B40-E568-B47ABAFA6AC7}"/>
              </a:ext>
            </a:extLst>
          </p:cNvPr>
          <p:cNvSpPr>
            <a:spLocks noGrp="1"/>
          </p:cNvSpPr>
          <p:nvPr>
            <p:ph type="sldNum" sz="quarter" idx="19"/>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000914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e">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284398" y="1386402"/>
            <a:ext cx="7518482" cy="4085196"/>
          </a:xfrm>
        </p:spPr>
        <p:txBody>
          <a:bodyPr lIns="91440" anchor="ctr" anchorCtr="0"/>
          <a:lstStyle>
            <a:lvl1pPr marL="219456" indent="-219456">
              <a:defRPr sz="4000" b="0" cap="none" baseline="0">
                <a:latin typeface="HPE Graphik Light" pitchFamily="50" charset="0"/>
                <a:cs typeface="HPE Graphik Light" pitchFamily="50" charset="0"/>
              </a:defRPr>
            </a:lvl1pPr>
          </a:lstStyle>
          <a:p>
            <a:r>
              <a:rPr lang="en-US" dirty="0"/>
              <a:t>“Click to add quote here. Type quotation marks before and after text.”</a:t>
            </a:r>
          </a:p>
        </p:txBody>
      </p:sp>
      <p:sp>
        <p:nvSpPr>
          <p:cNvPr id="12" name="Text Placeholder 2"/>
          <p:cNvSpPr>
            <a:spLocks noGrp="1"/>
          </p:cNvSpPr>
          <p:nvPr>
            <p:ph type="body" sz="quarter" idx="14" hasCustomPrompt="1"/>
          </p:nvPr>
        </p:nvSpPr>
        <p:spPr>
          <a:xfrm>
            <a:off x="550866" y="5471598"/>
            <a:ext cx="8228011" cy="533400"/>
          </a:xfrm>
          <a:prstGeom prst="rect">
            <a:avLst/>
          </a:prstGeom>
        </p:spPr>
        <p:txBody>
          <a:bodyPr lIns="91440">
            <a:noAutofit/>
          </a:bodyPr>
          <a:lstStyle>
            <a:lvl1pPr marL="0" indent="0">
              <a:spcBef>
                <a:spcPts val="0"/>
              </a:spcBef>
              <a:buFontTx/>
              <a:buNone/>
              <a:defRPr sz="2000">
                <a:latin typeface="+mn-lt"/>
              </a:defRPr>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dirty="0"/>
              <a:t>Click to add quoted person’s name, title, company</a:t>
            </a:r>
          </a:p>
        </p:txBody>
      </p:sp>
      <p:sp>
        <p:nvSpPr>
          <p:cNvPr id="4" name="Footer Placeholder 3">
            <a:extLst>
              <a:ext uri="{FF2B5EF4-FFF2-40B4-BE49-F238E27FC236}">
                <a16:creationId xmlns:a16="http://schemas.microsoft.com/office/drawing/2014/main" id="{91F2754E-094F-7C73-88B9-FF823BF83037}"/>
              </a:ext>
            </a:extLst>
          </p:cNvPr>
          <p:cNvSpPr>
            <a:spLocks noGrp="1"/>
          </p:cNvSpPr>
          <p:nvPr>
            <p:ph type="ftr" sz="quarter" idx="15"/>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1CCDFAF2-F03B-8CB9-A43F-2C8C54F552DF}"/>
              </a:ext>
            </a:extLst>
          </p:cNvPr>
          <p:cNvSpPr>
            <a:spLocks noGrp="1"/>
          </p:cNvSpPr>
          <p:nvPr>
            <p:ph type="sldNum" sz="quarter" idx="16"/>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238542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theme" Target="../theme/theme1.xml"/><Relationship Id="rId54" Type="http://schemas.openxmlformats.org/officeDocument/2006/relationships/image" Target="../media/image1.png"/><Relationship Id="rId55"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B27A8F-2EB3-5C4C-116B-F51B07B04CBE}"/>
              </a:ext>
            </a:extLst>
          </p:cNvPr>
          <p:cNvSpPr>
            <a:spLocks noGrp="1"/>
          </p:cNvSpPr>
          <p:nvPr>
            <p:ph type="title"/>
          </p:nvPr>
        </p:nvSpPr>
        <p:spPr>
          <a:xfrm>
            <a:off x="374904" y="393192"/>
            <a:ext cx="11433978" cy="413258"/>
          </a:xfrm>
          <a:prstGeom prst="rect">
            <a:avLst/>
          </a:prstGeom>
        </p:spPr>
        <p:txBody>
          <a:bodyPr vert="horz" lIns="0" tIns="0" rIns="0" bIns="0" rtlCol="0" anchor="t" anchorCtr="0">
            <a:noAutofit/>
          </a:bodyPr>
          <a:lstStyle/>
          <a:p>
            <a:r>
              <a:rPr lang="en-US" dirty="0"/>
              <a:t>Master Layout</a:t>
            </a:r>
          </a:p>
        </p:txBody>
      </p:sp>
      <p:sp>
        <p:nvSpPr>
          <p:cNvPr id="4" name="Text Placeholder 2">
            <a:extLst>
              <a:ext uri="{FF2B5EF4-FFF2-40B4-BE49-F238E27FC236}">
                <a16:creationId xmlns:a16="http://schemas.microsoft.com/office/drawing/2014/main" id="{5A64CBEA-C99F-E716-C2DF-19C5C70EA249}"/>
              </a:ext>
            </a:extLst>
          </p:cNvPr>
          <p:cNvSpPr>
            <a:spLocks noGrp="1"/>
          </p:cNvSpPr>
          <p:nvPr>
            <p:ph type="body" idx="1"/>
          </p:nvPr>
        </p:nvSpPr>
        <p:spPr>
          <a:xfrm>
            <a:off x="374903" y="1165860"/>
            <a:ext cx="11433977" cy="50976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Logo Lockup 3">
            <a:extLst>
              <a:ext uri="{FF2B5EF4-FFF2-40B4-BE49-F238E27FC236}">
                <a16:creationId xmlns:a16="http://schemas.microsoft.com/office/drawing/2014/main" id="{7FB08D6C-267B-95AD-A53C-43ED86F4D9BA}"/>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371407" y="6278357"/>
            <a:ext cx="1782832" cy="300852"/>
          </a:xfrm>
          <a:prstGeom prst="rect">
            <a:avLst/>
          </a:prstGeom>
        </p:spPr>
      </p:pic>
      <p:sp>
        <p:nvSpPr>
          <p:cNvPr id="5" name="Footer Placeholder 4">
            <a:extLst>
              <a:ext uri="{FF2B5EF4-FFF2-40B4-BE49-F238E27FC236}">
                <a16:creationId xmlns:a16="http://schemas.microsoft.com/office/drawing/2014/main" id="{01A71E9D-0BF7-DA0E-7278-50E9B0995789}"/>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tx1"/>
                </a:solidFill>
                <a:latin typeface="+mn-lt"/>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9A693010-F41B-ECDA-CB62-6D856FECAEC9}"/>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tx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69189763"/>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821" r:id="rId3"/>
    <p:sldLayoutId id="2147483843" r:id="rId4"/>
    <p:sldLayoutId id="2147483654" r:id="rId5"/>
    <p:sldLayoutId id="2147483656" r:id="rId6"/>
    <p:sldLayoutId id="2147483657" r:id="rId7"/>
    <p:sldLayoutId id="2147483658" r:id="rId8"/>
    <p:sldLayoutId id="2147483659" r:id="rId9"/>
    <p:sldLayoutId id="2147483845" r:id="rId10"/>
    <p:sldLayoutId id="2147483846" r:id="rId11"/>
    <p:sldLayoutId id="2147483797" r:id="rId12"/>
    <p:sldLayoutId id="2147483661" r:id="rId13"/>
    <p:sldLayoutId id="2147483796" r:id="rId14"/>
    <p:sldLayoutId id="2147483799" r:id="rId15"/>
    <p:sldLayoutId id="2147483802" r:id="rId16"/>
    <p:sldLayoutId id="2147483800" r:id="rId17"/>
    <p:sldLayoutId id="2147483801" r:id="rId18"/>
    <p:sldLayoutId id="2147483806" r:id="rId19"/>
    <p:sldLayoutId id="2147483807" r:id="rId20"/>
    <p:sldLayoutId id="2147483812" r:id="rId21"/>
    <p:sldLayoutId id="2147483665" r:id="rId22"/>
    <p:sldLayoutId id="2147483816" r:id="rId23"/>
    <p:sldLayoutId id="2147483662" r:id="rId24"/>
    <p:sldLayoutId id="2147483813" r:id="rId25"/>
    <p:sldLayoutId id="2147483817" r:id="rId26"/>
    <p:sldLayoutId id="2147483808" r:id="rId27"/>
    <p:sldLayoutId id="2147483810" r:id="rId28"/>
    <p:sldLayoutId id="2147483809" r:id="rId29"/>
    <p:sldLayoutId id="2147483811" r:id="rId30"/>
    <p:sldLayoutId id="2147483839" r:id="rId31"/>
    <p:sldLayoutId id="2147483829" r:id="rId32"/>
    <p:sldLayoutId id="2147483832" r:id="rId33"/>
    <p:sldLayoutId id="2147483837" r:id="rId34"/>
    <p:sldLayoutId id="2147483747" r:id="rId35"/>
    <p:sldLayoutId id="2147483673" r:id="rId36"/>
    <p:sldLayoutId id="2147483674" r:id="rId37"/>
    <p:sldLayoutId id="2147483842" r:id="rId38"/>
    <p:sldLayoutId id="2147483682" r:id="rId39"/>
    <p:sldLayoutId id="2147483683" r:id="rId40"/>
    <p:sldLayoutId id="2147483684" r:id="rId41"/>
    <p:sldLayoutId id="2147483685" r:id="rId42"/>
    <p:sldLayoutId id="2147483686" r:id="rId43"/>
    <p:sldLayoutId id="2147483687" r:id="rId44"/>
    <p:sldLayoutId id="2147483804" r:id="rId45"/>
    <p:sldLayoutId id="2147483824" r:id="rId46"/>
    <p:sldLayoutId id="2147483844" r:id="rId47"/>
    <p:sldLayoutId id="2147483749" r:id="rId48"/>
    <p:sldLayoutId id="2147483750" r:id="rId49"/>
    <p:sldLayoutId id="2147483751" r:id="rId50"/>
    <p:sldLayoutId id="2147483753" r:id="rId51"/>
    <p:sldLayoutId id="2147483795" r:id="rId5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000" b="1" i="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mn-cs"/>
        </a:defRPr>
      </a:lvl1pPr>
      <a:lvl2pPr marL="270000" indent="-270000" algn="l" defTabSz="914400" rtl="0" eaLnBrk="1" latinLnBrk="0" hangingPunct="1">
        <a:lnSpc>
          <a:spcPct val="100000"/>
        </a:lnSpc>
        <a:spcBef>
          <a:spcPts val="600"/>
        </a:spcBef>
        <a:buFont typeface="HPE Graphik" pitchFamily="50" charset="0"/>
        <a:buChar char="—"/>
        <a:tabLst>
          <a:tab pos="266700" algn="l"/>
        </a:tabLst>
        <a:defRPr sz="1600" b="0" i="0" kern="1200">
          <a:solidFill>
            <a:schemeClr val="tx1"/>
          </a:solidFill>
          <a:latin typeface="+mn-lt"/>
          <a:ea typeface="+mn-ea"/>
          <a:cs typeface="+mn-cs"/>
        </a:defRPr>
      </a:lvl2pPr>
      <a:lvl3pPr marL="540000" indent="-270000" algn="l" defTabSz="914400" rtl="0" eaLnBrk="1" latinLnBrk="0" hangingPunct="1">
        <a:lnSpc>
          <a:spcPct val="100000"/>
        </a:lnSpc>
        <a:spcBef>
          <a:spcPts val="600"/>
        </a:spcBef>
        <a:buFont typeface="Arial" panose="020B0604020202020204" pitchFamily="34" charset="0"/>
        <a:buChar char="•"/>
        <a:tabLst>
          <a:tab pos="1436688" algn="l"/>
        </a:tabLst>
        <a:defRPr sz="1400" b="0" i="0" kern="1200" baseline="0">
          <a:solidFill>
            <a:schemeClr val="tx1"/>
          </a:solidFill>
          <a:latin typeface="+mn-lt"/>
          <a:ea typeface="+mn-ea"/>
          <a:cs typeface="+mn-cs"/>
        </a:defRPr>
      </a:lvl3pPr>
      <a:lvl4pPr marL="810000" indent="-270000" algn="l" defTabSz="914400" rtl="0" eaLnBrk="1" latinLnBrk="0" hangingPunct="1">
        <a:lnSpc>
          <a:spcPct val="100000"/>
        </a:lnSpc>
        <a:spcBef>
          <a:spcPts val="600"/>
        </a:spcBef>
        <a:buFont typeface="Arial" panose="020B0604020202020204" pitchFamily="34" charset="0"/>
        <a:buChar char="•"/>
        <a:tabLst/>
        <a:defRPr sz="1400" b="0" i="0" kern="1200" baseline="0">
          <a:solidFill>
            <a:schemeClr val="tx1"/>
          </a:solidFill>
          <a:latin typeface="+mn-lt"/>
          <a:ea typeface="+mn-ea"/>
          <a:cs typeface="+mn-cs"/>
        </a:defRPr>
      </a:lvl4pPr>
      <a:lvl5pPr marL="1095750" indent="-285750" algn="l" defTabSz="914400" rtl="0" eaLnBrk="1" latinLnBrk="0" hangingPunct="1">
        <a:lnSpc>
          <a:spcPct val="90000"/>
        </a:lnSpc>
        <a:spcBef>
          <a:spcPts val="600"/>
        </a:spcBef>
        <a:buClrTx/>
        <a:buFontTx/>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8" orient="horz" pos="2160">
          <p15:clr>
            <a:srgbClr val="F26B43"/>
          </p15:clr>
        </p15:guide>
        <p15:guide id="49" pos="3840">
          <p15:clr>
            <a:srgbClr val="F26B43"/>
          </p15:clr>
        </p15:guide>
        <p15:guide id="51" pos="236">
          <p15:clr>
            <a:srgbClr val="F26B43"/>
          </p15:clr>
        </p15:guide>
        <p15:guide id="52" pos="7439">
          <p15:clr>
            <a:srgbClr val="F26B43"/>
          </p15:clr>
        </p15:guide>
        <p15:guide id="53" orient="horz" pos="236">
          <p15:clr>
            <a:srgbClr val="F26B43"/>
          </p15:clr>
        </p15:guide>
        <p15:guide id="54" orient="horz" pos="4128">
          <p15:clr>
            <a:srgbClr val="F26B43"/>
          </p15:clr>
        </p15:guide>
        <p15:guide id="55" orient="horz" pos="3812">
          <p15:clr>
            <a:srgbClr val="F26B43"/>
          </p15:clr>
        </p15:guide>
        <p15:guide id="57" orient="horz" pos="1210">
          <p15:clr>
            <a:srgbClr val="F26B43"/>
          </p15:clr>
        </p15:guide>
        <p15:guide id="63" pos="796">
          <p15:clr>
            <a:srgbClr val="F26B43"/>
          </p15:clr>
        </p15:guide>
        <p15:guide id="64" pos="844">
          <p15:clr>
            <a:srgbClr val="F26B43"/>
          </p15:clr>
        </p15:guide>
        <p15:guide id="65" pos="1400">
          <p15:clr>
            <a:srgbClr val="F26B43"/>
          </p15:clr>
        </p15:guide>
        <p15:guide id="66" pos="1444">
          <p15:clr>
            <a:srgbClr val="F26B43"/>
          </p15:clr>
        </p15:guide>
        <p15:guide id="67" pos="2004">
          <p15:clr>
            <a:srgbClr val="F26B43"/>
          </p15:clr>
        </p15:guide>
        <p15:guide id="68" pos="2048">
          <p15:clr>
            <a:srgbClr val="F26B43"/>
          </p15:clr>
        </p15:guide>
        <p15:guide id="69" pos="2608">
          <p15:clr>
            <a:srgbClr val="F26B43"/>
          </p15:clr>
        </p15:guide>
        <p15:guide id="70" pos="2656">
          <p15:clr>
            <a:srgbClr val="F26B43"/>
          </p15:clr>
        </p15:guide>
        <p15:guide id="71" pos="3208">
          <p15:clr>
            <a:srgbClr val="F26B43"/>
          </p15:clr>
        </p15:guide>
        <p15:guide id="72" pos="3256">
          <p15:clr>
            <a:srgbClr val="F26B43"/>
          </p15:clr>
        </p15:guide>
        <p15:guide id="73" pos="3812">
          <p15:clr>
            <a:srgbClr val="F26B43"/>
          </p15:clr>
        </p15:guide>
        <p15:guide id="74" pos="3864">
          <p15:clr>
            <a:srgbClr val="F26B43"/>
          </p15:clr>
        </p15:guide>
        <p15:guide id="75" pos="4416">
          <p15:clr>
            <a:srgbClr val="F26B43"/>
          </p15:clr>
        </p15:guide>
        <p15:guide id="76" pos="4468">
          <p15:clr>
            <a:srgbClr val="F26B43"/>
          </p15:clr>
        </p15:guide>
        <p15:guide id="77" pos="5020">
          <p15:clr>
            <a:srgbClr val="F26B43"/>
          </p15:clr>
        </p15:guide>
        <p15:guide id="78" pos="5068">
          <p15:clr>
            <a:srgbClr val="F26B43"/>
          </p15:clr>
        </p15:guide>
        <p15:guide id="79" pos="5624">
          <p15:clr>
            <a:srgbClr val="F26B43"/>
          </p15:clr>
        </p15:guide>
        <p15:guide id="80" pos="5676">
          <p15:clr>
            <a:srgbClr val="F26B43"/>
          </p15:clr>
        </p15:guide>
        <p15:guide id="81" pos="6232">
          <p15:clr>
            <a:srgbClr val="F26B43"/>
          </p15:clr>
        </p15:guide>
        <p15:guide id="82" pos="6280">
          <p15:clr>
            <a:srgbClr val="F26B43"/>
          </p15:clr>
        </p15:guide>
        <p15:guide id="83" pos="6832">
          <p15:clr>
            <a:srgbClr val="F26B43"/>
          </p15:clr>
        </p15:guide>
        <p15:guide id="84" pos="6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3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Data Engineering Pipeline on HPE Private Cloud AI</a:t>
            </a:r>
          </a:p>
        </p:txBody>
      </p:sp>
      <p:sp>
        <p:nvSpPr>
          <p:cNvPr id="3" name="Subtitle 2"/>
          <p:cNvSpPr>
            <a:spLocks noGrp="1"/>
          </p:cNvSpPr>
          <p:nvPr>
            <p:ph type="subTitle" idx="1"/>
          </p:nvPr>
        </p:nvSpPr>
        <p:spPr/>
        <p:txBody>
          <a:bodyPr/>
          <a:lstStyle/>
          <a:p>
            <a:r>
              <a:t>Lab 18 · Curriculum 3.1 Feature Engineering &amp; ETL/DataOps</a:t>
            </a:r>
          </a:p>
        </p:txBody>
      </p:sp>
      <p:sp>
        <p:nvSpPr>
          <p:cNvPr id="4" name="Text Placeholder 3"/>
          <p:cNvSpPr>
            <a:spLocks noGrp="1"/>
          </p:cNvSpPr>
          <p:nvPr>
            <p:ph type="body" idx="23" sz="quarter"/>
          </p:nvPr>
        </p:nvSpPr>
        <p:spPr/>
        <p:txBody>
          <a:bodyPr/>
          <a:lstStyle/>
          <a:p>
            <a:r>
              <a:t>Airflow · Spark · EzPresto · CUDA-X (cuDF, cuML, cuVS) · MLflow · September 2026</a:t>
            </a:r>
          </a:p>
        </p:txBody>
      </p:sp>
      <p:sp>
        <p:nvSpPr>
          <p:cNvPr id="5" name="TextBox 4"/>
          <p:cNvSpPr txBox="1"/>
          <p:nvPr/>
        </p:nvSpPr>
        <p:spPr>
          <a:xfrm>
            <a:off x="5074920" y="6382512"/>
            <a:ext cx="6217920" cy="228600"/>
          </a:xfrm>
          <a:prstGeom prst="rect">
            <a:avLst/>
          </a:prstGeom>
          <a:noFill/>
        </p:spPr>
        <p:txBody>
          <a:bodyPr wrap="square" lIns="45720" rIns="45720" tIns="27432" bIns="27432" anchor="t">
            <a:spAutoFit/>
          </a:bodyPr>
          <a:lstStyle/>
          <a:p>
            <a:pPr algn="r">
              <a:spcAft>
                <a:spcPts val="400"/>
              </a:spcAft>
            </a:pPr>
            <a:r>
              <a:rPr sz="800" b="0">
                <a:solidFill>
                  <a:srgbClr val="535C66"/>
                </a:solidFill>
              </a:rPr>
              <a:t>Confidential | For training purposes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Text Placeholder 2"/>
          <p:cNvSpPr>
            <a:spLocks noGrp="1"/>
          </p:cNvSpPr>
          <p:nvPr>
            <p:ph type="body" idx="12" sz="quarter"/>
          </p:nvPr>
        </p:nvSpPr>
        <p:spPr/>
        <p:txBody>
          <a:bodyPr/>
          <a:lstStyle/>
          <a:p>
            <a:r>
              <a:t>Business problem — who is about to cancel?</a:t>
            </a:r>
          </a:p>
        </p:txBody>
      </p:sp>
      <p:sp>
        <p:nvSpPr>
          <p:cNvPr id="4" name="Text Placeholder 3"/>
          <p:cNvSpPr>
            <a:spLocks noGrp="1"/>
          </p:cNvSpPr>
          <p:nvPr>
            <p:ph type="body" idx="13" sz="quarter"/>
          </p:nvPr>
        </p:nvSpPr>
        <p:spPr/>
        <p:txBody>
          <a:bodyPr/>
          <a:lstStyle/>
          <a:p>
            <a:r>
              <a:t>Technical problem — two systems, no training table</a:t>
            </a:r>
          </a:p>
        </p:txBody>
      </p:sp>
      <p:sp>
        <p:nvSpPr>
          <p:cNvPr id="5" name="Text Placeholder 4"/>
          <p:cNvSpPr>
            <a:spLocks noGrp="1"/>
          </p:cNvSpPr>
          <p:nvPr>
            <p:ph type="body" idx="14" sz="quarter"/>
          </p:nvPr>
        </p:nvSpPr>
        <p:spPr/>
        <p:txBody>
          <a:bodyPr/>
          <a:lstStyle/>
          <a:p>
            <a:r>
              <a:t>Technical solution — one tool per concept</a:t>
            </a:r>
          </a:p>
        </p:txBody>
      </p:sp>
      <p:sp>
        <p:nvSpPr>
          <p:cNvPr id="6" name="Text Placeholder 5"/>
          <p:cNvSpPr>
            <a:spLocks noGrp="1"/>
          </p:cNvSpPr>
          <p:nvPr>
            <p:ph type="body" idx="15" sz="quarter"/>
          </p:nvPr>
        </p:nvSpPr>
        <p:spPr/>
        <p:txBody>
          <a:bodyPr/>
          <a:lstStyle/>
          <a:p>
            <a:r>
              <a:t>Architecture on HPE Private Cloud AI</a:t>
            </a:r>
          </a:p>
        </p:txBody>
      </p:sp>
      <p:sp>
        <p:nvSpPr>
          <p:cNvPr id="7" name="Text Placeholder 6"/>
          <p:cNvSpPr>
            <a:spLocks noGrp="1"/>
          </p:cNvSpPr>
          <p:nvPr>
            <p:ph type="body" idx="16" sz="quarter"/>
          </p:nvPr>
        </p:nvSpPr>
        <p:spPr/>
        <p:txBody>
          <a:bodyPr/>
          <a:lstStyle/>
          <a:p>
            <a:r>
              <a:t>The pipeline, by row count · measured results</a:t>
            </a:r>
          </a:p>
        </p:txBody>
      </p:sp>
      <p:sp>
        <p:nvSpPr>
          <p:cNvPr id="8" name="Text Placeholder 7"/>
          <p:cNvSpPr>
            <a:spLocks noGrp="1"/>
          </p:cNvSpPr>
          <p:nvPr>
            <p:ph type="body" idx="17" sz="quarter"/>
          </p:nvPr>
        </p:nvSpPr>
        <p:spPr/>
        <p:txBody>
          <a:bodyPr/>
          <a:lstStyle/>
          <a:p>
            <a:r>
              <a:t>Deliverables and the value statement</a:t>
            </a:r>
          </a:p>
        </p:txBody>
      </p:sp>
      <p:sp>
        <p:nvSpPr>
          <p:cNvPr id="9" name="TextBox 8"/>
          <p:cNvSpPr txBox="1"/>
          <p:nvPr/>
        </p:nvSpPr>
        <p:spPr>
          <a:xfrm>
            <a:off x="5074920" y="6382512"/>
            <a:ext cx="6217920" cy="228600"/>
          </a:xfrm>
          <a:prstGeom prst="rect">
            <a:avLst/>
          </a:prstGeom>
          <a:noFill/>
        </p:spPr>
        <p:txBody>
          <a:bodyPr wrap="square" lIns="45720" rIns="45720" tIns="27432" bIns="27432" anchor="t">
            <a:spAutoFit/>
          </a:bodyPr>
          <a:lstStyle/>
          <a:p>
            <a:pPr algn="r">
              <a:spcAft>
                <a:spcPts val="400"/>
              </a:spcAft>
            </a:pPr>
            <a:r>
              <a:rPr sz="800" b="0">
                <a:solidFill>
                  <a:srgbClr val="535C66"/>
                </a:solidFill>
              </a:rPr>
              <a:t>Confidential | For training purposes only</a:t>
            </a:r>
          </a:p>
        </p:txBody>
      </p:sp>
      <p:sp>
        <p:nvSpPr>
          <p:cNvPr id="10" name="TextBox 9"/>
          <p:cNvSpPr txBox="1"/>
          <p:nvPr/>
        </p:nvSpPr>
        <p:spPr>
          <a:xfrm>
            <a:off x="11384280" y="6382512"/>
            <a:ext cx="457200" cy="228600"/>
          </a:xfrm>
          <a:prstGeom prst="rect">
            <a:avLst/>
          </a:prstGeom>
          <a:noFill/>
        </p:spPr>
        <p:txBody>
          <a:bodyPr wrap="square" lIns="45720" rIns="45720" tIns="27432" bIns="27432" anchor="t">
            <a:spAutoFit/>
          </a:bodyPr>
          <a:lstStyle/>
          <a:p>
            <a:pPr algn="r">
              <a:spcAft>
                <a:spcPts val="400"/>
              </a:spcAft>
            </a:pPr>
            <a:r>
              <a:rPr sz="800" b="0">
                <a:solidFill>
                  <a:srgbClr val="535C66"/>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Business problem</a:t>
            </a:r>
          </a:p>
        </p:txBody>
      </p:sp>
      <p:sp>
        <p:nvSpPr>
          <p:cNvPr id="3" name="Text Placeholder 2"/>
          <p:cNvSpPr>
            <a:spLocks noGrp="1"/>
          </p:cNvSpPr>
          <p:nvPr>
            <p:ph type="body" idx="13" sz="quarter"/>
          </p:nvPr>
        </p:nvSpPr>
        <p:spPr/>
        <p:txBody>
          <a:bodyPr/>
          <a:lstStyle/>
          <a:p>
            <a:r>
              <a:t>A subscription streaming service asks the question every subscription business asks</a:t>
            </a:r>
          </a:p>
        </p:txBody>
      </p:sp>
      <p:sp>
        <p:nvSpPr>
          <p:cNvPr id="4" name="TextBox 3"/>
          <p:cNvSpPr txBox="1"/>
          <p:nvPr/>
        </p:nvSpPr>
        <p:spPr>
          <a:xfrm>
            <a:off x="5074920" y="6382512"/>
            <a:ext cx="6217920" cy="228600"/>
          </a:xfrm>
          <a:prstGeom prst="rect">
            <a:avLst/>
          </a:prstGeom>
          <a:noFill/>
        </p:spPr>
        <p:txBody>
          <a:bodyPr wrap="square" lIns="45720" rIns="45720" tIns="27432" bIns="27432" anchor="t">
            <a:spAutoFit/>
          </a:bodyPr>
          <a:lstStyle/>
          <a:p>
            <a:pPr algn="r">
              <a:spcAft>
                <a:spcPts val="400"/>
              </a:spcAft>
            </a:pPr>
            <a:r>
              <a:rPr sz="800" b="0">
                <a:solidFill>
                  <a:srgbClr val="535C66"/>
                </a:solidFill>
              </a:rPr>
              <a:t>Confidential | For training purposes only</a:t>
            </a:r>
          </a:p>
        </p:txBody>
      </p:sp>
      <p:sp>
        <p:nvSpPr>
          <p:cNvPr id="5" name="TextBox 4"/>
          <p:cNvSpPr txBox="1"/>
          <p:nvPr/>
        </p:nvSpPr>
        <p:spPr>
          <a:xfrm>
            <a:off x="11384280" y="6382512"/>
            <a:ext cx="457200" cy="228600"/>
          </a:xfrm>
          <a:prstGeom prst="rect">
            <a:avLst/>
          </a:prstGeom>
          <a:noFill/>
        </p:spPr>
        <p:txBody>
          <a:bodyPr wrap="square" lIns="45720" rIns="45720" tIns="27432" bIns="27432" anchor="t">
            <a:spAutoFit/>
          </a:bodyPr>
          <a:lstStyle/>
          <a:p>
            <a:pPr algn="r">
              <a:spcAft>
                <a:spcPts val="400"/>
              </a:spcAft>
            </a:pPr>
            <a:r>
              <a:rPr sz="800" b="0">
                <a:solidFill>
                  <a:srgbClr val="535C66"/>
                </a:solidFill>
              </a:rPr>
              <a:t>3</a:t>
            </a:r>
          </a:p>
        </p:txBody>
      </p:sp>
      <p:sp>
        <p:nvSpPr>
          <p:cNvPr id="6" name="TextBox 5"/>
          <p:cNvSpPr txBox="1"/>
          <p:nvPr/>
        </p:nvSpPr>
        <p:spPr>
          <a:xfrm>
            <a:off x="374904" y="1417320"/>
            <a:ext cx="6949440" cy="1188720"/>
          </a:xfrm>
          <a:prstGeom prst="rect">
            <a:avLst/>
          </a:prstGeom>
          <a:noFill/>
        </p:spPr>
        <p:txBody>
          <a:bodyPr wrap="square" lIns="45720" rIns="45720" tIns="27432" bIns="27432" anchor="t">
            <a:spAutoFit/>
          </a:bodyPr>
          <a:lstStyle/>
          <a:p>
            <a:pPr algn="l">
              <a:spcAft>
                <a:spcPts val="400"/>
              </a:spcAft>
            </a:pPr>
            <a:r>
              <a:rPr sz="3000" b="1">
                <a:solidFill>
                  <a:srgbClr val="292D3A"/>
                </a:solidFill>
              </a:rPr>
              <a:t>“Will this subscriber cancel in the next 30 days?”</a:t>
            </a:r>
          </a:p>
        </p:txBody>
      </p:sp>
      <p:sp>
        <p:nvSpPr>
          <p:cNvPr id="7" name="TextBox 6"/>
          <p:cNvSpPr txBox="1"/>
          <p:nvPr/>
        </p:nvSpPr>
        <p:spPr>
          <a:xfrm>
            <a:off x="374904" y="2697480"/>
            <a:ext cx="6766560" cy="3291840"/>
          </a:xfrm>
          <a:prstGeom prst="rect">
            <a:avLst/>
          </a:prstGeom>
          <a:noFill/>
        </p:spPr>
        <p:txBody>
          <a:bodyPr wrap="square" lIns="45720" rIns="45720" tIns="27432">
            <a:spAutoFit/>
          </a:bodyPr>
          <a:lstStyle/>
          <a:p>
            <a:pPr marL="228600" indent="-228600">
              <a:spcAft>
                <a:spcPts val="800"/>
              </a:spcAft>
              <a:buChar char="•"/>
            </a:pPr>
            <a:r>
              <a:rPr b="1" sz="1300">
                <a:solidFill>
                  <a:srgbClr val="292D3A"/>
                </a:solidFill>
              </a:rPr>
              <a:t>Churn is silent. </a:t>
            </a:r>
            <a:r>
              <a:rPr sz="1300">
                <a:solidFill>
                  <a:srgbClr val="292D3A"/>
                </a:solidFill>
              </a:rPr>
              <a:t>A subscriber who has already decided to leave looks like any other row in the billing system until the cancellation lands.</a:t>
            </a:r>
          </a:p>
          <a:p>
            <a:pPr marL="228600" indent="-228600">
              <a:spcAft>
                <a:spcPts val="800"/>
              </a:spcAft>
              <a:buChar char="•"/>
            </a:pPr>
            <a:r>
              <a:rPr b="1" sz="1300">
                <a:solidFill>
                  <a:srgbClr val="292D3A"/>
                </a:solidFill>
              </a:rPr>
              <a:t>Retention only works before the decision. </a:t>
            </a:r>
            <a:r>
              <a:rPr sz="1300">
                <a:solidFill>
                  <a:srgbClr val="292D3A"/>
                </a:solidFill>
              </a:rPr>
              <a:t>The retention team needs a ranked list of who is at risk this month, not a report of who left last month.</a:t>
            </a:r>
          </a:p>
          <a:p>
            <a:pPr marL="228600" indent="-228600">
              <a:spcAft>
                <a:spcPts val="800"/>
              </a:spcAft>
              <a:buChar char="•"/>
            </a:pPr>
            <a:r>
              <a:rPr b="1" sz="1300">
                <a:solidFill>
                  <a:srgbClr val="292D3A"/>
                </a:solidFill>
              </a:rPr>
              <a:t>The signal exists, but not where the decision is made. </a:t>
            </a:r>
            <a:r>
              <a:rPr sz="1300">
                <a:solidFill>
                  <a:srgbClr val="292D3A"/>
                </a:solidFill>
              </a:rPr>
              <a:t>Disengagement shows up in viewing behaviour weeks before it shows up in billing. Nobody joins those two systems today.</a:t>
            </a:r>
          </a:p>
          <a:p>
            <a:pPr marL="228600" indent="-228600">
              <a:spcAft>
                <a:spcPts val="800"/>
              </a:spcAft>
              <a:buChar char="•"/>
            </a:pPr>
            <a:r>
              <a:rPr b="1" sz="1300">
                <a:solidFill>
                  <a:srgbClr val="292D3A"/>
                </a:solidFill>
              </a:rPr>
              <a:t>The ask: </a:t>
            </a:r>
            <a:r>
              <a:rPr sz="1300">
                <a:solidFill>
                  <a:srgbClr val="292D3A"/>
                </a:solidFill>
              </a:rPr>
              <a:t>a repeatable, explainable way to rank every subscriber by 30-day cancellation risk, and to say which behaviours drive it.</a:t>
            </a:r>
          </a:p>
        </p:txBody>
      </p:sp>
      <p:sp>
        <p:nvSpPr>
          <p:cNvPr id="8" name="Rounded Rectangle 7"/>
          <p:cNvSpPr/>
          <p:nvPr/>
        </p:nvSpPr>
        <p:spPr>
          <a:xfrm>
            <a:off x="7726679" y="1417320"/>
            <a:ext cx="4069080" cy="1033271"/>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63840" y="1508760"/>
            <a:ext cx="3840480" cy="548640"/>
          </a:xfrm>
          <a:prstGeom prst="rect">
            <a:avLst/>
          </a:prstGeom>
          <a:noFill/>
        </p:spPr>
        <p:txBody>
          <a:bodyPr wrap="square" lIns="45720" rIns="45720" tIns="27432" bIns="27432" anchor="t">
            <a:spAutoFit/>
          </a:bodyPr>
          <a:lstStyle/>
          <a:p>
            <a:pPr algn="l">
              <a:spcAft>
                <a:spcPts val="400"/>
              </a:spcAft>
            </a:pPr>
            <a:r>
              <a:rPr sz="2800" b="1">
                <a:solidFill>
                  <a:srgbClr val="01A982"/>
                </a:solidFill>
              </a:rPr>
              <a:t>200,000</a:t>
            </a:r>
          </a:p>
        </p:txBody>
      </p:sp>
      <p:sp>
        <p:nvSpPr>
          <p:cNvPr id="10" name="TextBox 9"/>
          <p:cNvSpPr txBox="1"/>
          <p:nvPr/>
        </p:nvSpPr>
        <p:spPr>
          <a:xfrm>
            <a:off x="7863840" y="2039112"/>
            <a:ext cx="3840480" cy="384048"/>
          </a:xfrm>
          <a:prstGeom prst="rect">
            <a:avLst/>
          </a:prstGeom>
          <a:noFill/>
        </p:spPr>
        <p:txBody>
          <a:bodyPr wrap="square" lIns="45720" rIns="45720" tIns="27432" bIns="27432" anchor="t">
            <a:spAutoFit/>
          </a:bodyPr>
          <a:lstStyle/>
          <a:p>
            <a:pPr algn="l">
              <a:spcAft>
                <a:spcPts val="400"/>
              </a:spcAft>
            </a:pPr>
            <a:r>
              <a:rPr sz="1100" b="0">
                <a:solidFill>
                  <a:srgbClr val="535C66"/>
                </a:solidFill>
              </a:rPr>
              <a:t>active subscribers</a:t>
            </a:r>
          </a:p>
        </p:txBody>
      </p:sp>
      <p:sp>
        <p:nvSpPr>
          <p:cNvPr id="11" name="Rounded Rectangle 10"/>
          <p:cNvSpPr/>
          <p:nvPr/>
        </p:nvSpPr>
        <p:spPr>
          <a:xfrm>
            <a:off x="7726679" y="2587752"/>
            <a:ext cx="4069080" cy="1033271"/>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63840" y="2679192"/>
            <a:ext cx="3840480" cy="548640"/>
          </a:xfrm>
          <a:prstGeom prst="rect">
            <a:avLst/>
          </a:prstGeom>
          <a:noFill/>
        </p:spPr>
        <p:txBody>
          <a:bodyPr wrap="square" lIns="45720" rIns="45720" tIns="27432" bIns="27432" anchor="t">
            <a:spAutoFit/>
          </a:bodyPr>
          <a:lstStyle/>
          <a:p>
            <a:pPr algn="l">
              <a:spcAft>
                <a:spcPts val="400"/>
              </a:spcAft>
            </a:pPr>
            <a:r>
              <a:rPr sz="2800" b="1">
                <a:solidFill>
                  <a:srgbClr val="01A982"/>
                </a:solidFill>
              </a:rPr>
              <a:t>11.9%</a:t>
            </a:r>
          </a:p>
        </p:txBody>
      </p:sp>
      <p:sp>
        <p:nvSpPr>
          <p:cNvPr id="13" name="TextBox 12"/>
          <p:cNvSpPr txBox="1"/>
          <p:nvPr/>
        </p:nvSpPr>
        <p:spPr>
          <a:xfrm>
            <a:off x="7863840" y="3209544"/>
            <a:ext cx="3840480" cy="384048"/>
          </a:xfrm>
          <a:prstGeom prst="rect">
            <a:avLst/>
          </a:prstGeom>
          <a:noFill/>
        </p:spPr>
        <p:txBody>
          <a:bodyPr wrap="square" lIns="45720" rIns="45720" tIns="27432" bIns="27432" anchor="t">
            <a:spAutoFit/>
          </a:bodyPr>
          <a:lstStyle/>
          <a:p>
            <a:pPr algn="l">
              <a:spcAft>
                <a:spcPts val="400"/>
              </a:spcAft>
            </a:pPr>
            <a:r>
              <a:rPr sz="1100" b="0">
                <a:solidFill>
                  <a:srgbClr val="535C66"/>
                </a:solidFill>
              </a:rPr>
              <a:t>cancel within any 30-day window</a:t>
            </a:r>
          </a:p>
        </p:txBody>
      </p:sp>
      <p:sp>
        <p:nvSpPr>
          <p:cNvPr id="14" name="Rounded Rectangle 13"/>
          <p:cNvSpPr/>
          <p:nvPr/>
        </p:nvSpPr>
        <p:spPr>
          <a:xfrm>
            <a:off x="7726679" y="3758184"/>
            <a:ext cx="4069080" cy="1033271"/>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863840" y="3849624"/>
            <a:ext cx="3840480" cy="548640"/>
          </a:xfrm>
          <a:prstGeom prst="rect">
            <a:avLst/>
          </a:prstGeom>
          <a:noFill/>
        </p:spPr>
        <p:txBody>
          <a:bodyPr wrap="square" lIns="45720" rIns="45720" tIns="27432" bIns="27432" anchor="t">
            <a:spAutoFit/>
          </a:bodyPr>
          <a:lstStyle/>
          <a:p>
            <a:pPr algn="l">
              <a:spcAft>
                <a:spcPts val="400"/>
              </a:spcAft>
            </a:pPr>
            <a:r>
              <a:rPr sz="2800" b="1">
                <a:solidFill>
                  <a:srgbClr val="01A982"/>
                </a:solidFill>
              </a:rPr>
              <a:t>23,796</a:t>
            </a:r>
          </a:p>
        </p:txBody>
      </p:sp>
      <p:sp>
        <p:nvSpPr>
          <p:cNvPr id="16" name="TextBox 15"/>
          <p:cNvSpPr txBox="1"/>
          <p:nvPr/>
        </p:nvSpPr>
        <p:spPr>
          <a:xfrm>
            <a:off x="7863840" y="4379976"/>
            <a:ext cx="3840480" cy="384048"/>
          </a:xfrm>
          <a:prstGeom prst="rect">
            <a:avLst/>
          </a:prstGeom>
          <a:noFill/>
        </p:spPr>
        <p:txBody>
          <a:bodyPr wrap="square" lIns="45720" rIns="45720" tIns="27432" bIns="27432" anchor="t">
            <a:spAutoFit/>
          </a:bodyPr>
          <a:lstStyle/>
          <a:p>
            <a:pPr algn="l">
              <a:spcAft>
                <a:spcPts val="400"/>
              </a:spcAft>
            </a:pPr>
            <a:r>
              <a:rPr sz="1100" b="0">
                <a:solidFill>
                  <a:srgbClr val="535C66"/>
                </a:solidFill>
              </a:rPr>
              <a:t>cancellations in the labelled period</a:t>
            </a:r>
          </a:p>
        </p:txBody>
      </p:sp>
      <p:sp>
        <p:nvSpPr>
          <p:cNvPr id="17" name="Rounded Rectangle 16"/>
          <p:cNvSpPr/>
          <p:nvPr/>
        </p:nvSpPr>
        <p:spPr>
          <a:xfrm>
            <a:off x="7726679" y="4928616"/>
            <a:ext cx="4069080" cy="1033271"/>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863840" y="5020055"/>
            <a:ext cx="3840480" cy="548640"/>
          </a:xfrm>
          <a:prstGeom prst="rect">
            <a:avLst/>
          </a:prstGeom>
          <a:noFill/>
        </p:spPr>
        <p:txBody>
          <a:bodyPr wrap="square" lIns="45720" rIns="45720" tIns="27432" bIns="27432" anchor="t">
            <a:spAutoFit/>
          </a:bodyPr>
          <a:lstStyle/>
          <a:p>
            <a:pPr algn="l">
              <a:spcAft>
                <a:spcPts val="400"/>
              </a:spcAft>
            </a:pPr>
            <a:r>
              <a:rPr sz="2800" b="1">
                <a:solidFill>
                  <a:srgbClr val="01A982"/>
                </a:solidFill>
              </a:rPr>
              <a:t>~100</a:t>
            </a:r>
          </a:p>
        </p:txBody>
      </p:sp>
      <p:sp>
        <p:nvSpPr>
          <p:cNvPr id="19" name="TextBox 18"/>
          <p:cNvSpPr txBox="1"/>
          <p:nvPr/>
        </p:nvSpPr>
        <p:spPr>
          <a:xfrm>
            <a:off x="7863840" y="5550407"/>
            <a:ext cx="3840480" cy="384048"/>
          </a:xfrm>
          <a:prstGeom prst="rect">
            <a:avLst/>
          </a:prstGeom>
          <a:noFill/>
        </p:spPr>
        <p:txBody>
          <a:bodyPr wrap="square" lIns="45720" rIns="45720" tIns="27432" bIns="27432" anchor="t">
            <a:spAutoFit/>
          </a:bodyPr>
          <a:lstStyle/>
          <a:p>
            <a:pPr algn="l">
              <a:spcAft>
                <a:spcPts val="400"/>
              </a:spcAft>
            </a:pPr>
            <a:r>
              <a:rPr sz="1100" b="0">
                <a:solidFill>
                  <a:srgbClr val="535C66"/>
                </a:solidFill>
              </a:rPr>
              <a:t>viewing events per subscriber, never joined to billing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Technical problem</a:t>
            </a:r>
          </a:p>
        </p:txBody>
      </p:sp>
      <p:sp>
        <p:nvSpPr>
          <p:cNvPr id="3" name="Text Placeholder 2"/>
          <p:cNvSpPr>
            <a:spLocks noGrp="1"/>
          </p:cNvSpPr>
          <p:nvPr>
            <p:ph type="body" idx="13" sz="quarter"/>
          </p:nvPr>
        </p:nvSpPr>
        <p:spPr/>
        <p:txBody>
          <a:bodyPr/>
          <a:lstStyle/>
          <a:p>
            <a:r>
              <a:t>A model needs one row per person with the answer attached. That table does not exist.</a:t>
            </a:r>
          </a:p>
        </p:txBody>
      </p:sp>
      <p:sp>
        <p:nvSpPr>
          <p:cNvPr id="4" name="TextBox 3"/>
          <p:cNvSpPr txBox="1"/>
          <p:nvPr/>
        </p:nvSpPr>
        <p:spPr>
          <a:xfrm>
            <a:off x="5074920" y="6382512"/>
            <a:ext cx="6217920" cy="228600"/>
          </a:xfrm>
          <a:prstGeom prst="rect">
            <a:avLst/>
          </a:prstGeom>
          <a:noFill/>
        </p:spPr>
        <p:txBody>
          <a:bodyPr wrap="square" lIns="45720" rIns="45720" tIns="27432" bIns="27432" anchor="t">
            <a:spAutoFit/>
          </a:bodyPr>
          <a:lstStyle/>
          <a:p>
            <a:pPr algn="r">
              <a:spcAft>
                <a:spcPts val="400"/>
              </a:spcAft>
            </a:pPr>
            <a:r>
              <a:rPr sz="800" b="0">
                <a:solidFill>
                  <a:srgbClr val="535C66"/>
                </a:solidFill>
              </a:rPr>
              <a:t>Confidential | For training purposes only</a:t>
            </a:r>
          </a:p>
        </p:txBody>
      </p:sp>
      <p:sp>
        <p:nvSpPr>
          <p:cNvPr id="5" name="TextBox 4"/>
          <p:cNvSpPr txBox="1"/>
          <p:nvPr/>
        </p:nvSpPr>
        <p:spPr>
          <a:xfrm>
            <a:off x="11384280" y="6382512"/>
            <a:ext cx="457200" cy="228600"/>
          </a:xfrm>
          <a:prstGeom prst="rect">
            <a:avLst/>
          </a:prstGeom>
          <a:noFill/>
        </p:spPr>
        <p:txBody>
          <a:bodyPr wrap="square" lIns="45720" rIns="45720" tIns="27432" bIns="27432" anchor="t">
            <a:spAutoFit/>
          </a:bodyPr>
          <a:lstStyle/>
          <a:p>
            <a:pPr algn="r">
              <a:spcAft>
                <a:spcPts val="400"/>
              </a:spcAft>
            </a:pPr>
            <a:r>
              <a:rPr sz="800" b="0">
                <a:solidFill>
                  <a:srgbClr val="535C66"/>
                </a:solidFill>
              </a:rPr>
              <a:t>4</a:t>
            </a:r>
          </a:p>
        </p:txBody>
      </p:sp>
      <p:sp>
        <p:nvSpPr>
          <p:cNvPr id="6" name="Rounded Rectangle 5"/>
          <p:cNvSpPr/>
          <p:nvPr/>
        </p:nvSpPr>
        <p:spPr>
          <a:xfrm>
            <a:off x="374904" y="1417320"/>
            <a:ext cx="5577840" cy="182880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57784" y="1508760"/>
            <a:ext cx="5303520" cy="365760"/>
          </a:xfrm>
          <a:prstGeom prst="rect">
            <a:avLst/>
          </a:prstGeom>
          <a:noFill/>
        </p:spPr>
        <p:txBody>
          <a:bodyPr wrap="square" lIns="45720" rIns="45720" tIns="27432" bIns="27432" anchor="t">
            <a:spAutoFit/>
          </a:bodyPr>
          <a:lstStyle/>
          <a:p>
            <a:pPr algn="l">
              <a:spcAft>
                <a:spcPts val="400"/>
              </a:spcAft>
            </a:pPr>
            <a:r>
              <a:rPr sz="1500" b="1">
                <a:solidFill>
                  <a:srgbClr val="292D3A"/>
                </a:solidFill>
              </a:rPr>
              <a:t>Viewing log — the fact table</a:t>
            </a:r>
          </a:p>
        </p:txBody>
      </p:sp>
      <p:sp>
        <p:nvSpPr>
          <p:cNvPr id="8" name="TextBox 7"/>
          <p:cNvSpPr txBox="1"/>
          <p:nvPr/>
        </p:nvSpPr>
        <p:spPr>
          <a:xfrm>
            <a:off x="557784" y="1874519"/>
            <a:ext cx="5303520" cy="1371600"/>
          </a:xfrm>
          <a:prstGeom prst="rect">
            <a:avLst/>
          </a:prstGeom>
          <a:noFill/>
        </p:spPr>
        <p:txBody>
          <a:bodyPr wrap="square" lIns="45720" rIns="45720" tIns="27432">
            <a:spAutoFit/>
          </a:bodyPr>
          <a:lstStyle/>
          <a:p>
            <a:pPr marL="228600" indent="-228600">
              <a:spcAft>
                <a:spcPts val="300"/>
              </a:spcAft>
              <a:buChar char="•"/>
            </a:pPr>
            <a:r>
              <a:rPr sz="1200">
                <a:solidFill>
                  <a:srgbClr val="292D3A"/>
                </a:solidFill>
              </a:rPr>
              <a:t>180 daily CSV files · 849 MB</a:t>
            </a:r>
          </a:p>
          <a:p>
            <a:pPr marL="228600" indent="-228600">
              <a:spcAft>
                <a:spcPts val="300"/>
              </a:spcAft>
              <a:buChar char="•"/>
            </a:pPr>
            <a:r>
              <a:rPr sz="1200">
                <a:solidFill>
                  <a:srgbClr val="292D3A"/>
                </a:solidFill>
              </a:rPr>
              <a:t>20,010,929 events, ~100 per person</a:t>
            </a:r>
          </a:p>
          <a:p>
            <a:pPr marL="228600" indent="-228600">
              <a:spcAft>
                <a:spcPts val="300"/>
              </a:spcAft>
              <a:buChar char="•"/>
            </a:pPr>
            <a:r>
              <a:rPr sz="1200">
                <a:solidFill>
                  <a:srgbClr val="292D3A"/>
                </a:solidFill>
              </a:rPr>
              <a:t>who watched what, when, on which device</a:t>
            </a:r>
          </a:p>
          <a:p>
            <a:pPr marL="228600" indent="-228600">
              <a:spcAft>
                <a:spcPts val="300"/>
              </a:spcAft>
              <a:buChar char="•"/>
            </a:pPr>
            <a:r>
              <a:rPr sz="1200">
                <a:solidFill>
                  <a:srgbClr val="292D3A"/>
                </a:solidFill>
              </a:rPr>
              <a:t>no outcome column</a:t>
            </a:r>
          </a:p>
        </p:txBody>
      </p:sp>
      <p:sp>
        <p:nvSpPr>
          <p:cNvPr id="9" name="Rounded Rectangle 8"/>
          <p:cNvSpPr/>
          <p:nvPr/>
        </p:nvSpPr>
        <p:spPr>
          <a:xfrm>
            <a:off x="6181344" y="1417320"/>
            <a:ext cx="5577840" cy="182880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64224" y="1508760"/>
            <a:ext cx="5303520" cy="365760"/>
          </a:xfrm>
          <a:prstGeom prst="rect">
            <a:avLst/>
          </a:prstGeom>
          <a:noFill/>
        </p:spPr>
        <p:txBody>
          <a:bodyPr wrap="square" lIns="45720" rIns="45720" tIns="27432" bIns="27432" anchor="t">
            <a:spAutoFit/>
          </a:bodyPr>
          <a:lstStyle/>
          <a:p>
            <a:pPr algn="l">
              <a:spcAft>
                <a:spcPts val="400"/>
              </a:spcAft>
            </a:pPr>
            <a:r>
              <a:rPr sz="1500" b="1">
                <a:solidFill>
                  <a:srgbClr val="C6511C"/>
                </a:solidFill>
              </a:rPr>
              <a:t>Customer records — the dimension table</a:t>
            </a:r>
          </a:p>
        </p:txBody>
      </p:sp>
      <p:sp>
        <p:nvSpPr>
          <p:cNvPr id="11" name="TextBox 10"/>
          <p:cNvSpPr txBox="1"/>
          <p:nvPr/>
        </p:nvSpPr>
        <p:spPr>
          <a:xfrm>
            <a:off x="6364224" y="1874519"/>
            <a:ext cx="5303520" cy="1371600"/>
          </a:xfrm>
          <a:prstGeom prst="rect">
            <a:avLst/>
          </a:prstGeom>
          <a:noFill/>
        </p:spPr>
        <p:txBody>
          <a:bodyPr wrap="square" lIns="45720" rIns="45720" tIns="27432">
            <a:spAutoFit/>
          </a:bodyPr>
          <a:lstStyle/>
          <a:p>
            <a:pPr marL="228600" indent="-228600">
              <a:spcAft>
                <a:spcPts val="300"/>
              </a:spcAft>
              <a:buChar char="•"/>
            </a:pPr>
            <a:r>
              <a:rPr sz="1200">
                <a:solidFill>
                  <a:srgbClr val="292D3A"/>
                </a:solidFill>
              </a:rPr>
              <a:t>Postgres, owned by billing</a:t>
            </a:r>
          </a:p>
          <a:p>
            <a:pPr marL="228600" indent="-228600">
              <a:spcAft>
                <a:spcPts val="300"/>
              </a:spcAft>
              <a:buChar char="•"/>
            </a:pPr>
            <a:r>
              <a:rPr sz="1200">
                <a:solidFill>
                  <a:srgbClr val="292D3A"/>
                </a:solidFill>
              </a:rPr>
              <a:t>200,000 rows, one per person</a:t>
            </a:r>
          </a:p>
          <a:p>
            <a:pPr marL="228600" indent="-228600">
              <a:spcAft>
                <a:spcPts val="300"/>
              </a:spcAft>
              <a:buChar char="•"/>
            </a:pPr>
            <a:r>
              <a:rPr sz="1200">
                <a:solidFill>
                  <a:srgbClr val="292D3A"/>
                </a:solidFill>
              </a:rPr>
              <a:t>plan, tenure, tickets, payment, country</a:t>
            </a:r>
          </a:p>
          <a:p>
            <a:pPr marL="228600" indent="-228600">
              <a:spcAft>
                <a:spcPts val="300"/>
              </a:spcAft>
              <a:buChar char="•"/>
            </a:pPr>
            <a:r>
              <a:rPr sz="1200">
                <a:solidFill>
                  <a:srgbClr val="292D3A"/>
                </a:solidFill>
              </a:rPr>
              <a:t>churned_next_30d — the only copy of the answer</a:t>
            </a:r>
          </a:p>
        </p:txBody>
      </p:sp>
      <p:sp>
        <p:nvSpPr>
          <p:cNvPr id="12" name="TextBox 11"/>
          <p:cNvSpPr txBox="1"/>
          <p:nvPr/>
        </p:nvSpPr>
        <p:spPr>
          <a:xfrm>
            <a:off x="374904" y="3337560"/>
            <a:ext cx="11430000" cy="566928"/>
          </a:xfrm>
          <a:prstGeom prst="rect">
            <a:avLst/>
          </a:prstGeom>
          <a:noFill/>
        </p:spPr>
        <p:txBody>
          <a:bodyPr wrap="square" lIns="45720" rIns="45720" tIns="27432" bIns="27432" anchor="t">
            <a:spAutoFit/>
          </a:bodyPr>
          <a:lstStyle/>
          <a:p>
            <a:pPr algn="l">
              <a:spcAft>
                <a:spcPts val="400"/>
              </a:spcAft>
            </a:pPr>
            <a:r>
              <a:rPr sz="1300" b="0">
                <a:solidFill>
                  <a:srgbClr val="535C66"/>
                </a:solidFill>
              </a:rPr>
              <a:t>Neither source can train anything alone. The whole engineering task is to shrink the first into one row per person and attach the answer from the second, without losing the people who matter most.</a:t>
            </a:r>
          </a:p>
        </p:txBody>
      </p:sp>
      <p:sp>
        <p:nvSpPr>
          <p:cNvPr id="13" name="Rounded Rectangle 12"/>
          <p:cNvSpPr/>
          <p:nvPr/>
        </p:nvSpPr>
        <p:spPr>
          <a:xfrm>
            <a:off x="374904" y="3977639"/>
            <a:ext cx="2761488" cy="2148840"/>
          </a:xfrm>
          <a:prstGeom prst="roundRect">
            <a:avLst>
              <a:gd name="adj" fmla="val 6000"/>
            </a:avLst>
          </a:prstGeom>
          <a:solidFill>
            <a:srgbClr val="FFFFFF"/>
          </a:solidFill>
          <a:ln w="9525">
            <a:solidFill>
              <a:srgbClr val="B1B9B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12063" y="4069080"/>
            <a:ext cx="2514600" cy="365760"/>
          </a:xfrm>
          <a:prstGeom prst="rect">
            <a:avLst/>
          </a:prstGeom>
          <a:noFill/>
        </p:spPr>
        <p:txBody>
          <a:bodyPr wrap="square" lIns="45720" rIns="45720" tIns="27432" bIns="27432" anchor="t">
            <a:spAutoFit/>
          </a:bodyPr>
          <a:lstStyle/>
          <a:p>
            <a:pPr algn="l">
              <a:spcAft>
                <a:spcPts val="400"/>
              </a:spcAft>
            </a:pPr>
            <a:r>
              <a:rPr sz="1400" b="1">
                <a:solidFill>
                  <a:srgbClr val="01A982"/>
                </a:solidFill>
              </a:rPr>
              <a:t>Scale</a:t>
            </a:r>
          </a:p>
        </p:txBody>
      </p:sp>
      <p:sp>
        <p:nvSpPr>
          <p:cNvPr id="15" name="TextBox 14"/>
          <p:cNvSpPr txBox="1"/>
          <p:nvPr/>
        </p:nvSpPr>
        <p:spPr>
          <a:xfrm>
            <a:off x="512063" y="4434840"/>
            <a:ext cx="2514600" cy="1645920"/>
          </a:xfrm>
          <a:prstGeom prst="rect">
            <a:avLst/>
          </a:prstGeom>
          <a:noFill/>
        </p:spPr>
        <p:txBody>
          <a:bodyPr wrap="square" lIns="45720" rIns="45720" tIns="27432" bIns="27432" anchor="t">
            <a:spAutoFit/>
          </a:bodyPr>
          <a:lstStyle/>
          <a:p>
            <a:pPr algn="l">
              <a:spcAft>
                <a:spcPts val="400"/>
              </a:spcAft>
            </a:pPr>
            <a:r>
              <a:rPr sz="1100" b="0">
                <a:solidFill>
                  <a:srgbClr val="292D3A"/>
                </a:solidFill>
              </a:rPr>
              <a:t>20 million rows is too large for a laptop and too slow row-by-row. It needs distributed, columnar processing.</a:t>
            </a:r>
          </a:p>
        </p:txBody>
      </p:sp>
      <p:sp>
        <p:nvSpPr>
          <p:cNvPr id="16" name="Rounded Rectangle 15"/>
          <p:cNvSpPr/>
          <p:nvPr/>
        </p:nvSpPr>
        <p:spPr>
          <a:xfrm>
            <a:off x="3273552" y="3977639"/>
            <a:ext cx="2761488" cy="2148840"/>
          </a:xfrm>
          <a:prstGeom prst="roundRect">
            <a:avLst>
              <a:gd name="adj" fmla="val 6000"/>
            </a:avLst>
          </a:prstGeom>
          <a:solidFill>
            <a:srgbClr val="FFFFFF"/>
          </a:solidFill>
          <a:ln w="9525">
            <a:solidFill>
              <a:srgbClr val="B1B9B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410712" y="4069080"/>
            <a:ext cx="2514600" cy="365760"/>
          </a:xfrm>
          <a:prstGeom prst="rect">
            <a:avLst/>
          </a:prstGeom>
          <a:noFill/>
        </p:spPr>
        <p:txBody>
          <a:bodyPr wrap="square" lIns="45720" rIns="45720" tIns="27432" bIns="27432" anchor="t">
            <a:spAutoFit/>
          </a:bodyPr>
          <a:lstStyle/>
          <a:p>
            <a:pPr algn="l">
              <a:spcAft>
                <a:spcPts val="400"/>
              </a:spcAft>
            </a:pPr>
            <a:r>
              <a:rPr sz="1400" b="1">
                <a:solidFill>
                  <a:srgbClr val="01A982"/>
                </a:solidFill>
              </a:rPr>
              <a:t>Separation</a:t>
            </a:r>
          </a:p>
        </p:txBody>
      </p:sp>
      <p:sp>
        <p:nvSpPr>
          <p:cNvPr id="18" name="TextBox 17"/>
          <p:cNvSpPr txBox="1"/>
          <p:nvPr/>
        </p:nvSpPr>
        <p:spPr>
          <a:xfrm>
            <a:off x="3410712" y="4434840"/>
            <a:ext cx="2514600" cy="1645920"/>
          </a:xfrm>
          <a:prstGeom prst="rect">
            <a:avLst/>
          </a:prstGeom>
          <a:noFill/>
        </p:spPr>
        <p:txBody>
          <a:bodyPr wrap="square" lIns="45720" rIns="45720" tIns="27432" bIns="27432" anchor="t">
            <a:spAutoFit/>
          </a:bodyPr>
          <a:lstStyle/>
          <a:p>
            <a:pPr algn="l">
              <a:spcAft>
                <a:spcPts val="400"/>
              </a:spcAft>
            </a:pPr>
            <a:r>
              <a:rPr sz="1100" b="0">
                <a:solidFill>
                  <a:srgbClr val="292D3A"/>
                </a:solidFill>
              </a:rPr>
              <a:t>Two systems, two owners, two formats. The label may not be copied out of the database.</a:t>
            </a:r>
          </a:p>
        </p:txBody>
      </p:sp>
      <p:sp>
        <p:nvSpPr>
          <p:cNvPr id="19" name="Rounded Rectangle 18"/>
          <p:cNvSpPr/>
          <p:nvPr/>
        </p:nvSpPr>
        <p:spPr>
          <a:xfrm>
            <a:off x="6172200" y="3977639"/>
            <a:ext cx="2761488" cy="2148840"/>
          </a:xfrm>
          <a:prstGeom prst="roundRect">
            <a:avLst>
              <a:gd name="adj" fmla="val 6000"/>
            </a:avLst>
          </a:prstGeom>
          <a:solidFill>
            <a:srgbClr val="FFFFFF"/>
          </a:solidFill>
          <a:ln w="9525">
            <a:solidFill>
              <a:srgbClr val="B1B9B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09360" y="4069080"/>
            <a:ext cx="2514600" cy="365760"/>
          </a:xfrm>
          <a:prstGeom prst="rect">
            <a:avLst/>
          </a:prstGeom>
          <a:noFill/>
        </p:spPr>
        <p:txBody>
          <a:bodyPr wrap="square" lIns="45720" rIns="45720" tIns="27432" bIns="27432" anchor="t">
            <a:spAutoFit/>
          </a:bodyPr>
          <a:lstStyle/>
          <a:p>
            <a:pPr algn="l">
              <a:spcAft>
                <a:spcPts val="400"/>
              </a:spcAft>
            </a:pPr>
            <a:r>
              <a:rPr sz="1400" b="1">
                <a:solidFill>
                  <a:srgbClr val="01A982"/>
                </a:solidFill>
              </a:rPr>
              <a:t>Silence</a:t>
            </a:r>
          </a:p>
        </p:txBody>
      </p:sp>
      <p:sp>
        <p:nvSpPr>
          <p:cNvPr id="21" name="TextBox 20"/>
          <p:cNvSpPr txBox="1"/>
          <p:nvPr/>
        </p:nvSpPr>
        <p:spPr>
          <a:xfrm>
            <a:off x="6309360" y="4434840"/>
            <a:ext cx="2514600" cy="1645920"/>
          </a:xfrm>
          <a:prstGeom prst="rect">
            <a:avLst/>
          </a:prstGeom>
          <a:noFill/>
        </p:spPr>
        <p:txBody>
          <a:bodyPr wrap="square" lIns="45720" rIns="45720" tIns="27432" bIns="27432" anchor="t">
            <a:spAutoFit/>
          </a:bodyPr>
          <a:lstStyle/>
          <a:p>
            <a:pPr algn="l">
              <a:spcAft>
                <a:spcPts val="400"/>
              </a:spcAft>
            </a:pPr>
            <a:r>
              <a:rPr sz="1100" b="0">
                <a:solidFill>
                  <a:srgbClr val="292D3A"/>
                </a:solidFill>
              </a:rPr>
              <a:t>3,436 subscribers watched nothing in 30 days. 63% of them churned. A standard inner join deletes them with no error.</a:t>
            </a:r>
          </a:p>
        </p:txBody>
      </p:sp>
      <p:sp>
        <p:nvSpPr>
          <p:cNvPr id="22" name="Rounded Rectangle 21"/>
          <p:cNvSpPr/>
          <p:nvPr/>
        </p:nvSpPr>
        <p:spPr>
          <a:xfrm>
            <a:off x="9070848" y="3977639"/>
            <a:ext cx="2761488" cy="2148840"/>
          </a:xfrm>
          <a:prstGeom prst="roundRect">
            <a:avLst>
              <a:gd name="adj" fmla="val 6000"/>
            </a:avLst>
          </a:prstGeom>
          <a:solidFill>
            <a:srgbClr val="FFFFFF"/>
          </a:solidFill>
          <a:ln w="9525">
            <a:solidFill>
              <a:srgbClr val="B1B9B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208008" y="4069080"/>
            <a:ext cx="2514600" cy="365760"/>
          </a:xfrm>
          <a:prstGeom prst="rect">
            <a:avLst/>
          </a:prstGeom>
          <a:noFill/>
        </p:spPr>
        <p:txBody>
          <a:bodyPr wrap="square" lIns="45720" rIns="45720" tIns="27432" bIns="27432" anchor="t">
            <a:spAutoFit/>
          </a:bodyPr>
          <a:lstStyle/>
          <a:p>
            <a:pPr algn="l">
              <a:spcAft>
                <a:spcPts val="400"/>
              </a:spcAft>
            </a:pPr>
            <a:r>
              <a:rPr sz="1400" b="1">
                <a:solidFill>
                  <a:srgbClr val="01A982"/>
                </a:solidFill>
              </a:rPr>
              <a:t>Repetition</a:t>
            </a:r>
          </a:p>
        </p:txBody>
      </p:sp>
      <p:sp>
        <p:nvSpPr>
          <p:cNvPr id="24" name="TextBox 23"/>
          <p:cNvSpPr txBox="1"/>
          <p:nvPr/>
        </p:nvSpPr>
        <p:spPr>
          <a:xfrm>
            <a:off x="9208008" y="4434840"/>
            <a:ext cx="2514600" cy="1645920"/>
          </a:xfrm>
          <a:prstGeom prst="rect">
            <a:avLst/>
          </a:prstGeom>
          <a:noFill/>
        </p:spPr>
        <p:txBody>
          <a:bodyPr wrap="square" lIns="45720" rIns="45720" tIns="27432" bIns="27432" anchor="t">
            <a:spAutoFit/>
          </a:bodyPr>
          <a:lstStyle/>
          <a:p>
            <a:pPr algn="l">
              <a:spcAft>
                <a:spcPts val="400"/>
              </a:spcAft>
            </a:pPr>
            <a:r>
              <a:rPr sz="1100" b="0">
                <a:solidFill>
                  <a:srgbClr val="292D3A"/>
                </a:solidFill>
              </a:rPr>
              <a:t>Thirty people must run the identical pipeline on their own outputs, with every run recorded and comparable.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Technical solution</a:t>
            </a:r>
          </a:p>
        </p:txBody>
      </p:sp>
      <p:sp>
        <p:nvSpPr>
          <p:cNvPr id="3" name="Text Placeholder 2"/>
          <p:cNvSpPr>
            <a:spLocks noGrp="1"/>
          </p:cNvSpPr>
          <p:nvPr>
            <p:ph type="body" idx="13" sz="quarter"/>
          </p:nvPr>
        </p:nvSpPr>
        <p:spPr/>
        <p:txBody>
          <a:bodyPr/>
          <a:lstStyle/>
          <a:p>
            <a:r>
              <a:t>One tool per concept, each appearing at the moment the problem makes it necessary</a:t>
            </a:r>
          </a:p>
        </p:txBody>
      </p:sp>
      <p:sp>
        <p:nvSpPr>
          <p:cNvPr id="4" name="TextBox 3"/>
          <p:cNvSpPr txBox="1"/>
          <p:nvPr/>
        </p:nvSpPr>
        <p:spPr>
          <a:xfrm>
            <a:off x="5074920" y="6382512"/>
            <a:ext cx="6217920" cy="228600"/>
          </a:xfrm>
          <a:prstGeom prst="rect">
            <a:avLst/>
          </a:prstGeom>
          <a:noFill/>
        </p:spPr>
        <p:txBody>
          <a:bodyPr wrap="square" lIns="45720" rIns="45720" tIns="27432" bIns="27432" anchor="t">
            <a:spAutoFit/>
          </a:bodyPr>
          <a:lstStyle/>
          <a:p>
            <a:pPr algn="r">
              <a:spcAft>
                <a:spcPts val="400"/>
              </a:spcAft>
            </a:pPr>
            <a:r>
              <a:rPr sz="800" b="0">
                <a:solidFill>
                  <a:srgbClr val="535C66"/>
                </a:solidFill>
              </a:rPr>
              <a:t>Confidential | For training purposes only</a:t>
            </a:r>
          </a:p>
        </p:txBody>
      </p:sp>
      <p:sp>
        <p:nvSpPr>
          <p:cNvPr id="5" name="TextBox 4"/>
          <p:cNvSpPr txBox="1"/>
          <p:nvPr/>
        </p:nvSpPr>
        <p:spPr>
          <a:xfrm>
            <a:off x="11384280" y="6382512"/>
            <a:ext cx="457200" cy="228600"/>
          </a:xfrm>
          <a:prstGeom prst="rect">
            <a:avLst/>
          </a:prstGeom>
          <a:noFill/>
        </p:spPr>
        <p:txBody>
          <a:bodyPr wrap="square" lIns="45720" rIns="45720" tIns="27432" bIns="27432" anchor="t">
            <a:spAutoFit/>
          </a:bodyPr>
          <a:lstStyle/>
          <a:p>
            <a:pPr algn="r">
              <a:spcAft>
                <a:spcPts val="400"/>
              </a:spcAft>
            </a:pPr>
            <a:r>
              <a:rPr sz="800" b="0">
                <a:solidFill>
                  <a:srgbClr val="535C66"/>
                </a:solidFill>
              </a:rPr>
              <a:t>5</a:t>
            </a:r>
          </a:p>
        </p:txBody>
      </p:sp>
      <p:sp>
        <p:nvSpPr>
          <p:cNvPr id="6" name="Rounded Rectangle 5"/>
          <p:cNvSpPr/>
          <p:nvPr/>
        </p:nvSpPr>
        <p:spPr>
          <a:xfrm>
            <a:off x="374904" y="1371600"/>
            <a:ext cx="11430000" cy="713232"/>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444752"/>
            <a:ext cx="3017520" cy="566928"/>
          </a:xfrm>
          <a:prstGeom prst="rect">
            <a:avLst/>
          </a:prstGeom>
          <a:noFill/>
        </p:spPr>
        <p:txBody>
          <a:bodyPr wrap="square" lIns="45720" rIns="45720" tIns="27432" bIns="27432" anchor="ctr">
            <a:spAutoFit/>
          </a:bodyPr>
          <a:lstStyle/>
          <a:p>
            <a:pPr algn="l">
              <a:spcAft>
                <a:spcPts val="400"/>
              </a:spcAft>
            </a:pPr>
            <a:r>
              <a:rPr sz="1300" b="1">
                <a:solidFill>
                  <a:srgbClr val="292D3A"/>
                </a:solidFill>
              </a:rPr>
              <a:t>Airflow</a:t>
            </a:r>
          </a:p>
        </p:txBody>
      </p:sp>
      <p:sp>
        <p:nvSpPr>
          <p:cNvPr id="8" name="TextBox 7"/>
          <p:cNvSpPr txBox="1"/>
          <p:nvPr/>
        </p:nvSpPr>
        <p:spPr>
          <a:xfrm>
            <a:off x="3611880" y="1444752"/>
            <a:ext cx="2103120" cy="566928"/>
          </a:xfrm>
          <a:prstGeom prst="rect">
            <a:avLst/>
          </a:prstGeom>
          <a:noFill/>
        </p:spPr>
        <p:txBody>
          <a:bodyPr wrap="square" lIns="45720" rIns="45720" tIns="27432" bIns="27432" anchor="ctr">
            <a:spAutoFit/>
          </a:bodyPr>
          <a:lstStyle/>
          <a:p>
            <a:pPr algn="l">
              <a:spcAft>
                <a:spcPts val="400"/>
              </a:spcAft>
            </a:pPr>
            <a:r>
              <a:rPr sz="1200" b="1">
                <a:solidFill>
                  <a:srgbClr val="01A982"/>
                </a:solidFill>
              </a:rPr>
              <a:t>Orchestration</a:t>
            </a:r>
          </a:p>
        </p:txBody>
      </p:sp>
      <p:sp>
        <p:nvSpPr>
          <p:cNvPr id="9" name="TextBox 8"/>
          <p:cNvSpPr txBox="1"/>
          <p:nvPr/>
        </p:nvSpPr>
        <p:spPr>
          <a:xfrm>
            <a:off x="5760720" y="1444752"/>
            <a:ext cx="5897880" cy="566928"/>
          </a:xfrm>
          <a:prstGeom prst="rect">
            <a:avLst/>
          </a:prstGeom>
          <a:noFill/>
        </p:spPr>
        <p:txBody>
          <a:bodyPr wrap="square" lIns="45720" rIns="45720" tIns="27432" bIns="27432" anchor="ctr">
            <a:spAutoFit/>
          </a:bodyPr>
          <a:lstStyle/>
          <a:p>
            <a:pPr algn="l">
              <a:spcAft>
                <a:spcPts val="400"/>
              </a:spcAft>
            </a:pPr>
            <a:r>
              <a:rPr sz="1100" b="0">
                <a:solidFill>
                  <a:srgbClr val="292D3A"/>
                </a:solidFill>
              </a:rPr>
              <a:t>One parameterised DAG, triggered per participant with a student number. Issues instructions, never touches a row.</a:t>
            </a:r>
          </a:p>
        </p:txBody>
      </p:sp>
      <p:sp>
        <p:nvSpPr>
          <p:cNvPr id="10" name="Rounded Rectangle 9"/>
          <p:cNvSpPr/>
          <p:nvPr/>
        </p:nvSpPr>
        <p:spPr>
          <a:xfrm>
            <a:off x="374904" y="2167128"/>
            <a:ext cx="11430000" cy="713232"/>
          </a:xfrm>
          <a:prstGeom prst="roundRect">
            <a:avLst>
              <a:gd name="adj" fmla="val 6000"/>
            </a:avLst>
          </a:prstGeom>
          <a:solidFill>
            <a:srgbClr val="FFFFFF"/>
          </a:solidFill>
          <a:ln w="9525">
            <a:solidFill>
              <a:srgbClr val="B1B9B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 y="2240280"/>
            <a:ext cx="3017520" cy="566928"/>
          </a:xfrm>
          <a:prstGeom prst="rect">
            <a:avLst/>
          </a:prstGeom>
          <a:noFill/>
        </p:spPr>
        <p:txBody>
          <a:bodyPr wrap="square" lIns="45720" rIns="45720" tIns="27432" bIns="27432" anchor="ctr">
            <a:spAutoFit/>
          </a:bodyPr>
          <a:lstStyle/>
          <a:p>
            <a:pPr algn="l">
              <a:spcAft>
                <a:spcPts val="400"/>
              </a:spcAft>
            </a:pPr>
            <a:r>
              <a:rPr sz="1300" b="1">
                <a:solidFill>
                  <a:srgbClr val="292D3A"/>
                </a:solidFill>
              </a:rPr>
              <a:t>Spark on the Spark Operator</a:t>
            </a:r>
          </a:p>
        </p:txBody>
      </p:sp>
      <p:sp>
        <p:nvSpPr>
          <p:cNvPr id="12" name="TextBox 11"/>
          <p:cNvSpPr txBox="1"/>
          <p:nvPr/>
        </p:nvSpPr>
        <p:spPr>
          <a:xfrm>
            <a:off x="3611880" y="2240280"/>
            <a:ext cx="2103120" cy="566928"/>
          </a:xfrm>
          <a:prstGeom prst="rect">
            <a:avLst/>
          </a:prstGeom>
          <a:noFill/>
        </p:spPr>
        <p:txBody>
          <a:bodyPr wrap="square" lIns="45720" rIns="45720" tIns="27432" bIns="27432" anchor="ctr">
            <a:spAutoFit/>
          </a:bodyPr>
          <a:lstStyle/>
          <a:p>
            <a:pPr algn="l">
              <a:spcAft>
                <a:spcPts val="400"/>
              </a:spcAft>
            </a:pPr>
            <a:r>
              <a:rPr sz="1200" b="1">
                <a:solidFill>
                  <a:srgbClr val="01A982"/>
                </a:solidFill>
              </a:rPr>
              <a:t>Distributed curation</a:t>
            </a:r>
          </a:p>
        </p:txBody>
      </p:sp>
      <p:sp>
        <p:nvSpPr>
          <p:cNvPr id="13" name="TextBox 12"/>
          <p:cNvSpPr txBox="1"/>
          <p:nvPr/>
        </p:nvSpPr>
        <p:spPr>
          <a:xfrm>
            <a:off x="5760720" y="2240280"/>
            <a:ext cx="5897880" cy="566928"/>
          </a:xfrm>
          <a:prstGeom prst="rect">
            <a:avLst/>
          </a:prstGeom>
          <a:noFill/>
        </p:spPr>
        <p:txBody>
          <a:bodyPr wrap="square" lIns="45720" rIns="45720" tIns="27432" bIns="27432" anchor="ctr">
            <a:spAutoFit/>
          </a:bodyPr>
          <a:lstStyle/>
          <a:p>
            <a:pPr algn="l">
              <a:spcAft>
                <a:spcPts val="400"/>
              </a:spcAft>
            </a:pPr>
            <a:r>
              <a:rPr sz="1100" b="0">
                <a:solidFill>
                  <a:srgbClr val="292D3A"/>
                </a:solidFill>
              </a:rPr>
              <a:t>180 CSV files → 180 tasks. Dedupe (shuffle), filter, write day-partitioned Parquet. Same 20,010,929 rows, 3.66× smaller.</a:t>
            </a:r>
          </a:p>
        </p:txBody>
      </p:sp>
      <p:sp>
        <p:nvSpPr>
          <p:cNvPr id="14" name="Rounded Rectangle 13"/>
          <p:cNvSpPr/>
          <p:nvPr/>
        </p:nvSpPr>
        <p:spPr>
          <a:xfrm>
            <a:off x="374904" y="2962656"/>
            <a:ext cx="11430000" cy="713232"/>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3035808"/>
            <a:ext cx="3017520" cy="566928"/>
          </a:xfrm>
          <a:prstGeom prst="rect">
            <a:avLst/>
          </a:prstGeom>
          <a:noFill/>
        </p:spPr>
        <p:txBody>
          <a:bodyPr wrap="square" lIns="45720" rIns="45720" tIns="27432" bIns="27432" anchor="ctr">
            <a:spAutoFit/>
          </a:bodyPr>
          <a:lstStyle/>
          <a:p>
            <a:pPr algn="l">
              <a:spcAft>
                <a:spcPts val="400"/>
              </a:spcAft>
            </a:pPr>
            <a:r>
              <a:rPr sz="1300" b="1">
                <a:solidFill>
                  <a:srgbClr val="292D3A"/>
                </a:solidFill>
              </a:rPr>
              <a:t>EzPresto</a:t>
            </a:r>
          </a:p>
        </p:txBody>
      </p:sp>
      <p:sp>
        <p:nvSpPr>
          <p:cNvPr id="16" name="TextBox 15"/>
          <p:cNvSpPr txBox="1"/>
          <p:nvPr/>
        </p:nvSpPr>
        <p:spPr>
          <a:xfrm>
            <a:off x="3611880" y="3035808"/>
            <a:ext cx="2103120" cy="566928"/>
          </a:xfrm>
          <a:prstGeom prst="rect">
            <a:avLst/>
          </a:prstGeom>
          <a:noFill/>
        </p:spPr>
        <p:txBody>
          <a:bodyPr wrap="square" lIns="45720" rIns="45720" tIns="27432" bIns="27432" anchor="ctr">
            <a:spAutoFit/>
          </a:bodyPr>
          <a:lstStyle/>
          <a:p>
            <a:pPr algn="l">
              <a:spcAft>
                <a:spcPts val="400"/>
              </a:spcAft>
            </a:pPr>
            <a:r>
              <a:rPr sz="1200" b="1">
                <a:solidFill>
                  <a:srgbClr val="01A982"/>
                </a:solidFill>
              </a:rPr>
              <a:t>Federation</a:t>
            </a:r>
          </a:p>
        </p:txBody>
      </p:sp>
      <p:sp>
        <p:nvSpPr>
          <p:cNvPr id="17" name="TextBox 16"/>
          <p:cNvSpPr txBox="1"/>
          <p:nvPr/>
        </p:nvSpPr>
        <p:spPr>
          <a:xfrm>
            <a:off x="5760720" y="3035808"/>
            <a:ext cx="5897880" cy="566928"/>
          </a:xfrm>
          <a:prstGeom prst="rect">
            <a:avLst/>
          </a:prstGeom>
          <a:noFill/>
        </p:spPr>
        <p:txBody>
          <a:bodyPr wrap="square" lIns="45720" rIns="45720" tIns="27432" bIns="27432" anchor="ctr">
            <a:spAutoFit/>
          </a:bodyPr>
          <a:lstStyle/>
          <a:p>
            <a:pPr algn="l">
              <a:spcAft>
                <a:spcPts val="400"/>
              </a:spcAft>
            </a:pPr>
            <a:r>
              <a:rPr sz="1100" b="0">
                <a:solidFill>
                  <a:srgbClr val="292D3A"/>
                </a:solidFill>
              </a:rPr>
              <a:t>Query the billing database where it lives through a catalog. No export, no copy, read-only for everyone in the room.</a:t>
            </a:r>
          </a:p>
        </p:txBody>
      </p:sp>
      <p:sp>
        <p:nvSpPr>
          <p:cNvPr id="18" name="Rounded Rectangle 17"/>
          <p:cNvSpPr/>
          <p:nvPr/>
        </p:nvSpPr>
        <p:spPr>
          <a:xfrm>
            <a:off x="374904" y="3758183"/>
            <a:ext cx="11430000" cy="713232"/>
          </a:xfrm>
          <a:prstGeom prst="roundRect">
            <a:avLst>
              <a:gd name="adj" fmla="val 6000"/>
            </a:avLst>
          </a:prstGeom>
          <a:solidFill>
            <a:srgbClr val="FFFFFF"/>
          </a:solidFill>
          <a:ln w="9525">
            <a:solidFill>
              <a:srgbClr val="B1B9B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8640" y="3831335"/>
            <a:ext cx="3017520" cy="566928"/>
          </a:xfrm>
          <a:prstGeom prst="rect">
            <a:avLst/>
          </a:prstGeom>
          <a:noFill/>
        </p:spPr>
        <p:txBody>
          <a:bodyPr wrap="square" lIns="45720" rIns="45720" tIns="27432" bIns="27432" anchor="ctr">
            <a:spAutoFit/>
          </a:bodyPr>
          <a:lstStyle/>
          <a:p>
            <a:pPr algn="l">
              <a:spcAft>
                <a:spcPts val="400"/>
              </a:spcAft>
            </a:pPr>
            <a:r>
              <a:rPr sz="1300" b="1">
                <a:solidFill>
                  <a:srgbClr val="292D3A"/>
                </a:solidFill>
              </a:rPr>
              <a:t>RAPIDS cuDF · cuML · cuVS</a:t>
            </a:r>
          </a:p>
        </p:txBody>
      </p:sp>
      <p:sp>
        <p:nvSpPr>
          <p:cNvPr id="20" name="TextBox 19"/>
          <p:cNvSpPr txBox="1"/>
          <p:nvPr/>
        </p:nvSpPr>
        <p:spPr>
          <a:xfrm>
            <a:off x="3611880" y="3831335"/>
            <a:ext cx="2103120" cy="566928"/>
          </a:xfrm>
          <a:prstGeom prst="rect">
            <a:avLst/>
          </a:prstGeom>
          <a:noFill/>
        </p:spPr>
        <p:txBody>
          <a:bodyPr wrap="square" lIns="45720" rIns="45720" tIns="27432" bIns="27432" anchor="ctr">
            <a:spAutoFit/>
          </a:bodyPr>
          <a:lstStyle/>
          <a:p>
            <a:pPr algn="l">
              <a:spcAft>
                <a:spcPts val="400"/>
              </a:spcAft>
            </a:pPr>
            <a:r>
              <a:rPr sz="1200" b="1">
                <a:solidFill>
                  <a:srgbClr val="01A982"/>
                </a:solidFill>
              </a:rPr>
              <a:t>GPU acceleration, same API</a:t>
            </a:r>
          </a:p>
        </p:txBody>
      </p:sp>
      <p:sp>
        <p:nvSpPr>
          <p:cNvPr id="21" name="TextBox 20"/>
          <p:cNvSpPr txBox="1"/>
          <p:nvPr/>
        </p:nvSpPr>
        <p:spPr>
          <a:xfrm>
            <a:off x="5760720" y="3831335"/>
            <a:ext cx="5897880" cy="566928"/>
          </a:xfrm>
          <a:prstGeom prst="rect">
            <a:avLst/>
          </a:prstGeom>
          <a:noFill/>
        </p:spPr>
        <p:txBody>
          <a:bodyPr wrap="square" lIns="45720" rIns="45720" tIns="27432" bIns="27432" anchor="ctr">
            <a:spAutoFit/>
          </a:bodyPr>
          <a:lstStyle/>
          <a:p>
            <a:pPr algn="l">
              <a:spcAft>
                <a:spcPts val="400"/>
              </a:spcAft>
            </a:pPr>
            <a:r>
              <a:rPr sz="1100" b="0">
                <a:solidFill>
                  <a:srgbClr val="292D3A"/>
                </a:solidFill>
              </a:rPr>
              <a:t>Aggregate 20 M events to one row per person on the GPU (12×), train a forest (2.4×), find look-alikes (85×) — accuracy checked before the clock.</a:t>
            </a:r>
          </a:p>
        </p:txBody>
      </p:sp>
      <p:sp>
        <p:nvSpPr>
          <p:cNvPr id="22" name="Rounded Rectangle 21"/>
          <p:cNvSpPr/>
          <p:nvPr/>
        </p:nvSpPr>
        <p:spPr>
          <a:xfrm>
            <a:off x="374904" y="4553712"/>
            <a:ext cx="11430000" cy="713232"/>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4626864"/>
            <a:ext cx="3017520" cy="566928"/>
          </a:xfrm>
          <a:prstGeom prst="rect">
            <a:avLst/>
          </a:prstGeom>
          <a:noFill/>
        </p:spPr>
        <p:txBody>
          <a:bodyPr wrap="square" lIns="45720" rIns="45720" tIns="27432" bIns="27432" anchor="ctr">
            <a:spAutoFit/>
          </a:bodyPr>
          <a:lstStyle/>
          <a:p>
            <a:pPr algn="l">
              <a:spcAft>
                <a:spcPts val="400"/>
              </a:spcAft>
            </a:pPr>
            <a:r>
              <a:rPr sz="1300" b="1">
                <a:solidFill>
                  <a:srgbClr val="292D3A"/>
                </a:solidFill>
              </a:rPr>
              <a:t>XGBoost on GPU + MLflow</a:t>
            </a:r>
          </a:p>
        </p:txBody>
      </p:sp>
      <p:sp>
        <p:nvSpPr>
          <p:cNvPr id="24" name="TextBox 23"/>
          <p:cNvSpPr txBox="1"/>
          <p:nvPr/>
        </p:nvSpPr>
        <p:spPr>
          <a:xfrm>
            <a:off x="3611880" y="4626864"/>
            <a:ext cx="2103120" cy="566928"/>
          </a:xfrm>
          <a:prstGeom prst="rect">
            <a:avLst/>
          </a:prstGeom>
          <a:noFill/>
        </p:spPr>
        <p:txBody>
          <a:bodyPr wrap="square" lIns="45720" rIns="45720" tIns="27432" bIns="27432" anchor="ctr">
            <a:spAutoFit/>
          </a:bodyPr>
          <a:lstStyle/>
          <a:p>
            <a:pPr algn="l">
              <a:spcAft>
                <a:spcPts val="400"/>
              </a:spcAft>
            </a:pPr>
            <a:r>
              <a:rPr sz="1200" b="1">
                <a:solidFill>
                  <a:srgbClr val="01A982"/>
                </a:solidFill>
              </a:rPr>
              <a:t>Model and registry</a:t>
            </a:r>
          </a:p>
        </p:txBody>
      </p:sp>
      <p:sp>
        <p:nvSpPr>
          <p:cNvPr id="25" name="TextBox 24"/>
          <p:cNvSpPr txBox="1"/>
          <p:nvPr/>
        </p:nvSpPr>
        <p:spPr>
          <a:xfrm>
            <a:off x="5760720" y="4626864"/>
            <a:ext cx="5897880" cy="566928"/>
          </a:xfrm>
          <a:prstGeom prst="rect">
            <a:avLst/>
          </a:prstGeom>
          <a:noFill/>
        </p:spPr>
        <p:txBody>
          <a:bodyPr wrap="square" lIns="45720" rIns="45720" tIns="27432" bIns="27432" anchor="ctr">
            <a:spAutoFit/>
          </a:bodyPr>
          <a:lstStyle/>
          <a:p>
            <a:pPr algn="l">
              <a:spcAft>
                <a:spcPts val="400"/>
              </a:spcAft>
            </a:pPr>
            <a:r>
              <a:rPr sz="1100" b="0">
                <a:solidFill>
                  <a:srgbClr val="292D3A"/>
                </a:solidFill>
              </a:rPr>
              <a:t>Held-out AUC 0.87. Every run logged with parameters, metric and model; registered as student-NN-churn, versioned.</a:t>
            </a:r>
          </a:p>
        </p:txBody>
      </p:sp>
      <p:sp>
        <p:nvSpPr>
          <p:cNvPr id="26" name="Rounded Rectangle 25"/>
          <p:cNvSpPr/>
          <p:nvPr/>
        </p:nvSpPr>
        <p:spPr>
          <a:xfrm>
            <a:off x="374904" y="5349240"/>
            <a:ext cx="11430000" cy="713232"/>
          </a:xfrm>
          <a:prstGeom prst="roundRect">
            <a:avLst>
              <a:gd name="adj" fmla="val 6000"/>
            </a:avLst>
          </a:prstGeom>
          <a:solidFill>
            <a:srgbClr val="FFFFFF"/>
          </a:solidFill>
          <a:ln w="9525">
            <a:solidFill>
              <a:srgbClr val="B1B9B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5422392"/>
            <a:ext cx="3017520" cy="566928"/>
          </a:xfrm>
          <a:prstGeom prst="rect">
            <a:avLst/>
          </a:prstGeom>
          <a:noFill/>
        </p:spPr>
        <p:txBody>
          <a:bodyPr wrap="square" lIns="45720" rIns="45720" tIns="27432" bIns="27432" anchor="ctr">
            <a:spAutoFit/>
          </a:bodyPr>
          <a:lstStyle/>
          <a:p>
            <a:pPr algn="l">
              <a:spcAft>
                <a:spcPts val="400"/>
              </a:spcAft>
            </a:pPr>
            <a:r>
              <a:rPr sz="1300" b="1">
                <a:solidFill>
                  <a:srgbClr val="292D3A"/>
                </a:solidFill>
              </a:rPr>
              <a:t>Validation checklist</a:t>
            </a:r>
          </a:p>
        </p:txBody>
      </p:sp>
      <p:sp>
        <p:nvSpPr>
          <p:cNvPr id="28" name="TextBox 27"/>
          <p:cNvSpPr txBox="1"/>
          <p:nvPr/>
        </p:nvSpPr>
        <p:spPr>
          <a:xfrm>
            <a:off x="3611880" y="5422392"/>
            <a:ext cx="2103120" cy="566928"/>
          </a:xfrm>
          <a:prstGeom prst="rect">
            <a:avLst/>
          </a:prstGeom>
          <a:noFill/>
        </p:spPr>
        <p:txBody>
          <a:bodyPr wrap="square" lIns="45720" rIns="45720" tIns="27432" bIns="27432" anchor="ctr">
            <a:spAutoFit/>
          </a:bodyPr>
          <a:lstStyle/>
          <a:p>
            <a:pPr algn="l">
              <a:spcAft>
                <a:spcPts val="400"/>
              </a:spcAft>
            </a:pPr>
            <a:r>
              <a:rPr sz="1200" b="1">
                <a:solidFill>
                  <a:srgbClr val="01A982"/>
                </a:solidFill>
              </a:rPr>
              <a:t>Trust before training</a:t>
            </a:r>
          </a:p>
        </p:txBody>
      </p:sp>
      <p:sp>
        <p:nvSpPr>
          <p:cNvPr id="29" name="TextBox 28"/>
          <p:cNvSpPr txBox="1"/>
          <p:nvPr/>
        </p:nvSpPr>
        <p:spPr>
          <a:xfrm>
            <a:off x="5760720" y="5422392"/>
            <a:ext cx="5897880" cy="566928"/>
          </a:xfrm>
          <a:prstGeom prst="rect">
            <a:avLst/>
          </a:prstGeom>
          <a:noFill/>
        </p:spPr>
        <p:txBody>
          <a:bodyPr wrap="square" lIns="45720" rIns="45720" tIns="27432" bIns="27432" anchor="ctr">
            <a:spAutoFit/>
          </a:bodyPr>
          <a:lstStyle/>
          <a:p>
            <a:pPr algn="l">
              <a:spcAft>
                <a:spcPts val="400"/>
              </a:spcAft>
            </a:pPr>
            <a:r>
              <a:rPr sz="1100" b="0">
                <a:solidFill>
                  <a:srgbClr val="292D3A"/>
                </a:solidFill>
              </a:rPr>
              <a:t>Nine executable checks on the training table, including the left join that keeps the silent subscribers.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on HPE Private Cloud AI</a:t>
            </a:r>
          </a:p>
        </p:txBody>
      </p:sp>
      <p:sp>
        <p:nvSpPr>
          <p:cNvPr id="3" name="TextBox 2"/>
          <p:cNvSpPr txBox="1"/>
          <p:nvPr/>
        </p:nvSpPr>
        <p:spPr>
          <a:xfrm>
            <a:off x="5074920" y="6382512"/>
            <a:ext cx="6217920" cy="228600"/>
          </a:xfrm>
          <a:prstGeom prst="rect">
            <a:avLst/>
          </a:prstGeom>
          <a:noFill/>
        </p:spPr>
        <p:txBody>
          <a:bodyPr wrap="square" lIns="45720" rIns="45720" tIns="27432" bIns="27432" anchor="t">
            <a:spAutoFit/>
          </a:bodyPr>
          <a:lstStyle/>
          <a:p>
            <a:pPr algn="r">
              <a:spcAft>
                <a:spcPts val="400"/>
              </a:spcAft>
            </a:pPr>
            <a:r>
              <a:rPr sz="800" b="0">
                <a:solidFill>
                  <a:srgbClr val="535C66"/>
                </a:solidFill>
              </a:rPr>
              <a:t>Confidential | For training purposes only</a:t>
            </a:r>
          </a:p>
        </p:txBody>
      </p:sp>
      <p:sp>
        <p:nvSpPr>
          <p:cNvPr id="4" name="TextBox 3"/>
          <p:cNvSpPr txBox="1"/>
          <p:nvPr/>
        </p:nvSpPr>
        <p:spPr>
          <a:xfrm>
            <a:off x="11384280" y="6382512"/>
            <a:ext cx="457200" cy="228600"/>
          </a:xfrm>
          <a:prstGeom prst="rect">
            <a:avLst/>
          </a:prstGeom>
          <a:noFill/>
        </p:spPr>
        <p:txBody>
          <a:bodyPr wrap="square" lIns="45720" rIns="45720" tIns="27432" bIns="27432" anchor="t">
            <a:spAutoFit/>
          </a:bodyPr>
          <a:lstStyle/>
          <a:p>
            <a:pPr algn="r">
              <a:spcAft>
                <a:spcPts val="400"/>
              </a:spcAft>
            </a:pPr>
            <a:r>
              <a:rPr sz="800" b="0">
                <a:solidFill>
                  <a:srgbClr val="535C66"/>
                </a:solidFill>
              </a:rPr>
              <a:t>6</a:t>
            </a:r>
          </a:p>
        </p:txBody>
      </p:sp>
      <p:pic>
        <p:nvPicPr>
          <p:cNvPr id="5" name="Picture 4" descr="lab18_architecture.png"/>
          <p:cNvPicPr>
            <a:picLocks noChangeAspect="1"/>
          </p:cNvPicPr>
          <p:nvPr/>
        </p:nvPicPr>
        <p:blipFill>
          <a:blip r:embed="rId2"/>
          <a:stretch>
            <a:fillRect/>
          </a:stretch>
        </p:blipFill>
        <p:spPr>
          <a:xfrm>
            <a:off x="374904" y="914400"/>
            <a:ext cx="9601200" cy="5400675"/>
          </a:xfrm>
          <a:prstGeom prst="rect">
            <a:avLst/>
          </a:prstGeom>
        </p:spPr>
      </p:pic>
      <p:sp>
        <p:nvSpPr>
          <p:cNvPr id="6" name="TextBox 5"/>
          <p:cNvSpPr txBox="1"/>
          <p:nvPr/>
        </p:nvSpPr>
        <p:spPr>
          <a:xfrm>
            <a:off x="10149840" y="914400"/>
            <a:ext cx="1691640" cy="5394960"/>
          </a:xfrm>
          <a:prstGeom prst="rect">
            <a:avLst/>
          </a:prstGeom>
          <a:noFill/>
        </p:spPr>
        <p:txBody>
          <a:bodyPr wrap="square" lIns="45720" rIns="45720" tIns="27432" bIns="27432" anchor="t">
            <a:spAutoFit/>
          </a:bodyPr>
          <a:lstStyle/>
          <a:p>
            <a:pPr algn="l">
              <a:spcAft>
                <a:spcPts val="400"/>
              </a:spcAft>
            </a:pPr>
            <a:r>
              <a:rPr sz="1300" b="1">
                <a:solidFill>
                  <a:srgbClr val="292D3A"/>
                </a:solidFill>
              </a:rPr>
              <a:t>Reading the diagram</a:t>
            </a:r>
          </a:p>
          <a:p>
            <a:pPr algn="l">
              <a:spcAft>
                <a:spcPts val="400"/>
              </a:spcAft>
            </a:pPr>
            <a:r>
              <a:rPr sz="1100" b="0">
                <a:solidFill>
                  <a:srgbClr val="535C66"/>
                </a:solidFill>
              </a:rPr>
              <a:t>Solid arrows carry rows; dashed arrows carry instructions.</a:t>
            </a:r>
          </a:p>
          <a:p>
            <a:pPr algn="l">
              <a:spcAft>
                <a:spcPts val="400"/>
              </a:spcAft>
            </a:pPr>
            <a:r>
              <a:rPr sz="1100" b="0">
                <a:solidFill>
                  <a:srgbClr val="535C66"/>
                </a:solidFill>
              </a:rPr>
              <a:t>Airflow sits on dashed paths only.</a:t>
            </a:r>
          </a:p>
          <a:p>
            <a:pPr algn="l">
              <a:spcAft>
                <a:spcPts val="400"/>
              </a:spcAft>
            </a:pPr>
            <a:r>
              <a:rPr sz="1100" b="0">
                <a:solidFill>
                  <a:srgbClr val="535C66"/>
                </a:solidFill>
              </a:rPr>
              <a:t>Storage is shared and read-only except each participant’s curated folder and MLflow experiment.</a:t>
            </a:r>
          </a:p>
          <a:p>
            <a:pPr algn="l">
              <a:spcAft>
                <a:spcPts val="400"/>
              </a:spcAft>
            </a:pPr>
            <a:r>
              <a:rPr sz="1100" b="0">
                <a:solidFill>
                  <a:srgbClr val="535C66"/>
                </a:solidFill>
              </a:rPr>
              <a:t>The notebook is where the two sources finally meet.</a:t>
            </a:r>
          </a:p>
          <a:p>
            <a:pPr algn="l">
              <a:spcAft>
                <a:spcPts val="400"/>
              </a:spcAft>
            </a:pPr>
            <a:r>
              <a:rPr sz="1100" b="0">
                <a:solidFill>
                  <a:srgbClr val="535C66"/>
                </a:solidFill>
              </a:rPr>
              <a:t>Every number on the diagram was measured on pcai1dev, seed 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pipeline, by row count</a:t>
            </a:r>
          </a:p>
        </p:txBody>
      </p:sp>
      <p:sp>
        <p:nvSpPr>
          <p:cNvPr id="3" name="Text Placeholder 2"/>
          <p:cNvSpPr>
            <a:spLocks noGrp="1"/>
          </p:cNvSpPr>
          <p:nvPr>
            <p:ph type="body" idx="13" sz="quarter"/>
          </p:nvPr>
        </p:nvSpPr>
        <p:spPr/>
        <p:txBody>
          <a:bodyPr/>
          <a:lstStyle/>
          <a:p>
            <a:r>
              <a:t>Four steps. Watch the row count change — that change is the data engineering.</a:t>
            </a:r>
          </a:p>
        </p:txBody>
      </p:sp>
      <p:sp>
        <p:nvSpPr>
          <p:cNvPr id="4" name="TextBox 3"/>
          <p:cNvSpPr txBox="1"/>
          <p:nvPr/>
        </p:nvSpPr>
        <p:spPr>
          <a:xfrm>
            <a:off x="5074920" y="6382512"/>
            <a:ext cx="6217920" cy="228600"/>
          </a:xfrm>
          <a:prstGeom prst="rect">
            <a:avLst/>
          </a:prstGeom>
          <a:noFill/>
        </p:spPr>
        <p:txBody>
          <a:bodyPr wrap="square" lIns="45720" rIns="45720" tIns="27432" bIns="27432" anchor="t">
            <a:spAutoFit/>
          </a:bodyPr>
          <a:lstStyle/>
          <a:p>
            <a:pPr algn="r">
              <a:spcAft>
                <a:spcPts val="400"/>
              </a:spcAft>
            </a:pPr>
            <a:r>
              <a:rPr sz="800" b="0">
                <a:solidFill>
                  <a:srgbClr val="535C66"/>
                </a:solidFill>
              </a:rPr>
              <a:t>Confidential | For training purposes only</a:t>
            </a:r>
          </a:p>
        </p:txBody>
      </p:sp>
      <p:sp>
        <p:nvSpPr>
          <p:cNvPr id="5" name="TextBox 4"/>
          <p:cNvSpPr txBox="1"/>
          <p:nvPr/>
        </p:nvSpPr>
        <p:spPr>
          <a:xfrm>
            <a:off x="11384280" y="6382512"/>
            <a:ext cx="457200" cy="228600"/>
          </a:xfrm>
          <a:prstGeom prst="rect">
            <a:avLst/>
          </a:prstGeom>
          <a:noFill/>
        </p:spPr>
        <p:txBody>
          <a:bodyPr wrap="square" lIns="45720" rIns="45720" tIns="27432" bIns="27432" anchor="t">
            <a:spAutoFit/>
          </a:bodyPr>
          <a:lstStyle/>
          <a:p>
            <a:pPr algn="r">
              <a:spcAft>
                <a:spcPts val="400"/>
              </a:spcAft>
            </a:pPr>
            <a:r>
              <a:rPr sz="800" b="0">
                <a:solidFill>
                  <a:srgbClr val="535C66"/>
                </a:solidFill>
              </a:rPr>
              <a:t>7</a:t>
            </a:r>
          </a:p>
        </p:txBody>
      </p:sp>
      <p:sp>
        <p:nvSpPr>
          <p:cNvPr id="6" name="Pentagon 5"/>
          <p:cNvSpPr/>
          <p:nvPr/>
        </p:nvSpPr>
        <p:spPr>
          <a:xfrm>
            <a:off x="374904" y="1463040"/>
            <a:ext cx="2157984" cy="548640"/>
          </a:xfrm>
          <a:prstGeom prst="homePlate">
            <a:avLst/>
          </a:prstGeom>
          <a:solidFill>
            <a:srgbClr val="29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Raw events</a:t>
            </a:r>
          </a:p>
        </p:txBody>
      </p:sp>
      <p:sp>
        <p:nvSpPr>
          <p:cNvPr id="7" name="Rounded Rectangle 6"/>
          <p:cNvSpPr/>
          <p:nvPr/>
        </p:nvSpPr>
        <p:spPr>
          <a:xfrm>
            <a:off x="374904" y="2194560"/>
            <a:ext cx="2157984" cy="146304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66344" y="2286000"/>
            <a:ext cx="1975103" cy="640080"/>
          </a:xfrm>
          <a:prstGeom prst="rect">
            <a:avLst/>
          </a:prstGeom>
          <a:noFill/>
        </p:spPr>
        <p:txBody>
          <a:bodyPr wrap="square" lIns="45720" rIns="45720" tIns="27432" bIns="27432" anchor="ctr">
            <a:spAutoFit/>
          </a:bodyPr>
          <a:lstStyle/>
          <a:p>
            <a:pPr algn="ctr">
              <a:spcAft>
                <a:spcPts val="400"/>
              </a:spcAft>
            </a:pPr>
            <a:r>
              <a:rPr sz="2200" b="1">
                <a:solidFill>
                  <a:srgbClr val="292D3A"/>
                </a:solidFill>
              </a:rPr>
              <a:t>20,010,929</a:t>
            </a:r>
          </a:p>
        </p:txBody>
      </p:sp>
      <p:sp>
        <p:nvSpPr>
          <p:cNvPr id="9" name="TextBox 8"/>
          <p:cNvSpPr txBox="1"/>
          <p:nvPr/>
        </p:nvSpPr>
        <p:spPr>
          <a:xfrm>
            <a:off x="466344" y="2926080"/>
            <a:ext cx="1975103" cy="685800"/>
          </a:xfrm>
          <a:prstGeom prst="rect">
            <a:avLst/>
          </a:prstGeom>
          <a:noFill/>
        </p:spPr>
        <p:txBody>
          <a:bodyPr wrap="square" lIns="45720" rIns="45720" tIns="27432" bIns="27432" anchor="t">
            <a:spAutoFit/>
          </a:bodyPr>
          <a:lstStyle/>
          <a:p>
            <a:pPr algn="ctr">
              <a:spcAft>
                <a:spcPts val="400"/>
              </a:spcAft>
            </a:pPr>
            <a:r>
              <a:rPr sz="1050" b="0">
                <a:solidFill>
                  <a:srgbClr val="535C66"/>
                </a:solidFill>
              </a:rPr>
              <a:t>180 CSV files · 849 MB · no label</a:t>
            </a:r>
          </a:p>
        </p:txBody>
      </p:sp>
      <p:sp>
        <p:nvSpPr>
          <p:cNvPr id="10" name="Chevron 9"/>
          <p:cNvSpPr/>
          <p:nvPr/>
        </p:nvSpPr>
        <p:spPr>
          <a:xfrm>
            <a:off x="2715768" y="1463040"/>
            <a:ext cx="2157984" cy="548640"/>
          </a:xfrm>
          <a:prstGeom prst="chevron">
            <a:avLst/>
          </a:prstGeom>
          <a:solidFill>
            <a:srgbClr val="01A9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Curated Parquet</a:t>
            </a:r>
          </a:p>
        </p:txBody>
      </p:sp>
      <p:sp>
        <p:nvSpPr>
          <p:cNvPr id="11" name="Rounded Rectangle 10"/>
          <p:cNvSpPr/>
          <p:nvPr/>
        </p:nvSpPr>
        <p:spPr>
          <a:xfrm>
            <a:off x="2715768" y="2194560"/>
            <a:ext cx="2157984" cy="146304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807208" y="2286000"/>
            <a:ext cx="1975103" cy="640080"/>
          </a:xfrm>
          <a:prstGeom prst="rect">
            <a:avLst/>
          </a:prstGeom>
          <a:noFill/>
        </p:spPr>
        <p:txBody>
          <a:bodyPr wrap="square" lIns="45720" rIns="45720" tIns="27432" bIns="27432" anchor="ctr">
            <a:spAutoFit/>
          </a:bodyPr>
          <a:lstStyle/>
          <a:p>
            <a:pPr algn="ctr">
              <a:spcAft>
                <a:spcPts val="400"/>
              </a:spcAft>
            </a:pPr>
            <a:r>
              <a:rPr sz="2200" b="1">
                <a:solidFill>
                  <a:srgbClr val="292D3A"/>
                </a:solidFill>
              </a:rPr>
              <a:t>20,010,929</a:t>
            </a:r>
          </a:p>
        </p:txBody>
      </p:sp>
      <p:sp>
        <p:nvSpPr>
          <p:cNvPr id="13" name="TextBox 12"/>
          <p:cNvSpPr txBox="1"/>
          <p:nvPr/>
        </p:nvSpPr>
        <p:spPr>
          <a:xfrm>
            <a:off x="2807208" y="2926080"/>
            <a:ext cx="1975103" cy="685800"/>
          </a:xfrm>
          <a:prstGeom prst="rect">
            <a:avLst/>
          </a:prstGeom>
          <a:noFill/>
        </p:spPr>
        <p:txBody>
          <a:bodyPr wrap="square" lIns="45720" rIns="45720" tIns="27432" bIns="27432" anchor="t">
            <a:spAutoFit/>
          </a:bodyPr>
          <a:lstStyle/>
          <a:p>
            <a:pPr algn="ctr">
              <a:spcAft>
                <a:spcPts val="400"/>
              </a:spcAft>
            </a:pPr>
            <a:r>
              <a:rPr sz="1050" b="0">
                <a:solidFill>
                  <a:srgbClr val="535C66"/>
                </a:solidFill>
              </a:rPr>
              <a:t>Spark · 180 partitions · 232 MB</a:t>
            </a:r>
          </a:p>
        </p:txBody>
      </p:sp>
      <p:sp>
        <p:nvSpPr>
          <p:cNvPr id="14" name="Chevron 13"/>
          <p:cNvSpPr/>
          <p:nvPr/>
        </p:nvSpPr>
        <p:spPr>
          <a:xfrm>
            <a:off x="5056632" y="1463040"/>
            <a:ext cx="2157984" cy="548640"/>
          </a:xfrm>
          <a:prstGeom prst="chevron">
            <a:avLst/>
          </a:prstGeom>
          <a:solidFill>
            <a:srgbClr val="01A9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The squash</a:t>
            </a:r>
          </a:p>
        </p:txBody>
      </p:sp>
      <p:sp>
        <p:nvSpPr>
          <p:cNvPr id="15" name="Rounded Rectangle 14"/>
          <p:cNvSpPr/>
          <p:nvPr/>
        </p:nvSpPr>
        <p:spPr>
          <a:xfrm>
            <a:off x="5056632" y="2194560"/>
            <a:ext cx="2157984" cy="146304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48072" y="2286000"/>
            <a:ext cx="1975103" cy="640080"/>
          </a:xfrm>
          <a:prstGeom prst="rect">
            <a:avLst/>
          </a:prstGeom>
          <a:noFill/>
        </p:spPr>
        <p:txBody>
          <a:bodyPr wrap="square" lIns="45720" rIns="45720" tIns="27432" bIns="27432" anchor="ctr">
            <a:spAutoFit/>
          </a:bodyPr>
          <a:lstStyle/>
          <a:p>
            <a:pPr algn="ctr">
              <a:spcAft>
                <a:spcPts val="400"/>
              </a:spcAft>
            </a:pPr>
            <a:r>
              <a:rPr sz="2200" b="1">
                <a:solidFill>
                  <a:srgbClr val="292D3A"/>
                </a:solidFill>
              </a:rPr>
              <a:t>196,564</a:t>
            </a:r>
          </a:p>
        </p:txBody>
      </p:sp>
      <p:sp>
        <p:nvSpPr>
          <p:cNvPr id="17" name="TextBox 16"/>
          <p:cNvSpPr txBox="1"/>
          <p:nvPr/>
        </p:nvSpPr>
        <p:spPr>
          <a:xfrm>
            <a:off x="5148072" y="2926080"/>
            <a:ext cx="1975103" cy="685800"/>
          </a:xfrm>
          <a:prstGeom prst="rect">
            <a:avLst/>
          </a:prstGeom>
          <a:noFill/>
        </p:spPr>
        <p:txBody>
          <a:bodyPr wrap="square" lIns="45720" rIns="45720" tIns="27432" bIns="27432" anchor="t">
            <a:spAutoFit/>
          </a:bodyPr>
          <a:lstStyle/>
          <a:p>
            <a:pPr algn="ctr">
              <a:spcAft>
                <a:spcPts val="400"/>
              </a:spcAft>
            </a:pPr>
            <a:r>
              <a:rPr sz="1050" b="0">
                <a:solidFill>
                  <a:srgbClr val="535C66"/>
                </a:solidFill>
              </a:rPr>
              <a:t>cuDF groupby · 4 invented features</a:t>
            </a:r>
          </a:p>
        </p:txBody>
      </p:sp>
      <p:sp>
        <p:nvSpPr>
          <p:cNvPr id="18" name="Chevron 17"/>
          <p:cNvSpPr/>
          <p:nvPr/>
        </p:nvSpPr>
        <p:spPr>
          <a:xfrm>
            <a:off x="7397496" y="1463040"/>
            <a:ext cx="2157984" cy="548640"/>
          </a:xfrm>
          <a:prstGeom prst="chevron">
            <a:avLst/>
          </a:prstGeom>
          <a:solidFill>
            <a:srgbClr val="C651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Training table</a:t>
            </a:r>
          </a:p>
        </p:txBody>
      </p:sp>
      <p:sp>
        <p:nvSpPr>
          <p:cNvPr id="19" name="Rounded Rectangle 18"/>
          <p:cNvSpPr/>
          <p:nvPr/>
        </p:nvSpPr>
        <p:spPr>
          <a:xfrm>
            <a:off x="7397496" y="2194560"/>
            <a:ext cx="2157984" cy="146304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488936" y="2286000"/>
            <a:ext cx="1975103" cy="640080"/>
          </a:xfrm>
          <a:prstGeom prst="rect">
            <a:avLst/>
          </a:prstGeom>
          <a:noFill/>
        </p:spPr>
        <p:txBody>
          <a:bodyPr wrap="square" lIns="45720" rIns="45720" tIns="27432" bIns="27432" anchor="ctr">
            <a:spAutoFit/>
          </a:bodyPr>
          <a:lstStyle/>
          <a:p>
            <a:pPr algn="ctr">
              <a:spcAft>
                <a:spcPts val="400"/>
              </a:spcAft>
            </a:pPr>
            <a:r>
              <a:rPr sz="2200" b="1">
                <a:solidFill>
                  <a:srgbClr val="292D3A"/>
                </a:solidFill>
              </a:rPr>
              <a:t>200,000 × 19</a:t>
            </a:r>
          </a:p>
        </p:txBody>
      </p:sp>
      <p:sp>
        <p:nvSpPr>
          <p:cNvPr id="21" name="TextBox 20"/>
          <p:cNvSpPr txBox="1"/>
          <p:nvPr/>
        </p:nvSpPr>
        <p:spPr>
          <a:xfrm>
            <a:off x="7488936" y="2926080"/>
            <a:ext cx="1975103" cy="685800"/>
          </a:xfrm>
          <a:prstGeom prst="rect">
            <a:avLst/>
          </a:prstGeom>
          <a:noFill/>
        </p:spPr>
        <p:txBody>
          <a:bodyPr wrap="square" lIns="45720" rIns="45720" tIns="27432" bIns="27432" anchor="t">
            <a:spAutoFit/>
          </a:bodyPr>
          <a:lstStyle/>
          <a:p>
            <a:pPr algn="ctr">
              <a:spcAft>
                <a:spcPts val="400"/>
              </a:spcAft>
            </a:pPr>
            <a:r>
              <a:rPr sz="1050" b="0">
                <a:solidFill>
                  <a:srgbClr val="535C66"/>
                </a:solidFill>
              </a:rPr>
              <a:t>left join + label · zeros for silence</a:t>
            </a:r>
          </a:p>
        </p:txBody>
      </p:sp>
      <p:sp>
        <p:nvSpPr>
          <p:cNvPr id="22" name="Chevron 21"/>
          <p:cNvSpPr/>
          <p:nvPr/>
        </p:nvSpPr>
        <p:spPr>
          <a:xfrm>
            <a:off x="9738360" y="1463040"/>
            <a:ext cx="2157984" cy="548640"/>
          </a:xfrm>
          <a:prstGeom prst="chevron">
            <a:avLst/>
          </a:prstGeom>
          <a:solidFill>
            <a:srgbClr val="01A9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Model</a:t>
            </a:r>
          </a:p>
        </p:txBody>
      </p:sp>
      <p:sp>
        <p:nvSpPr>
          <p:cNvPr id="23" name="Rounded Rectangle 22"/>
          <p:cNvSpPr/>
          <p:nvPr/>
        </p:nvSpPr>
        <p:spPr>
          <a:xfrm>
            <a:off x="9738360" y="2194560"/>
            <a:ext cx="2157984" cy="146304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829800" y="2286000"/>
            <a:ext cx="1975103" cy="640080"/>
          </a:xfrm>
          <a:prstGeom prst="rect">
            <a:avLst/>
          </a:prstGeom>
          <a:noFill/>
        </p:spPr>
        <p:txBody>
          <a:bodyPr wrap="square" lIns="45720" rIns="45720" tIns="27432" bIns="27432" anchor="ctr">
            <a:spAutoFit/>
          </a:bodyPr>
          <a:lstStyle/>
          <a:p>
            <a:pPr algn="ctr">
              <a:spcAft>
                <a:spcPts val="400"/>
              </a:spcAft>
            </a:pPr>
            <a:r>
              <a:rPr sz="2200" b="1">
                <a:solidFill>
                  <a:srgbClr val="292D3A"/>
                </a:solidFill>
              </a:rPr>
              <a:t>AUC 0.87</a:t>
            </a:r>
          </a:p>
        </p:txBody>
      </p:sp>
      <p:sp>
        <p:nvSpPr>
          <p:cNvPr id="25" name="TextBox 24"/>
          <p:cNvSpPr txBox="1"/>
          <p:nvPr/>
        </p:nvSpPr>
        <p:spPr>
          <a:xfrm>
            <a:off x="9829800" y="2926080"/>
            <a:ext cx="1975103" cy="685800"/>
          </a:xfrm>
          <a:prstGeom prst="rect">
            <a:avLst/>
          </a:prstGeom>
          <a:noFill/>
        </p:spPr>
        <p:txBody>
          <a:bodyPr wrap="square" lIns="45720" rIns="45720" tIns="27432" bIns="27432" anchor="t">
            <a:spAutoFit/>
          </a:bodyPr>
          <a:lstStyle/>
          <a:p>
            <a:pPr algn="ctr">
              <a:spcAft>
                <a:spcPts val="400"/>
              </a:spcAft>
            </a:pPr>
            <a:r>
              <a:rPr sz="1050" b="0">
                <a:solidFill>
                  <a:srgbClr val="535C66"/>
                </a:solidFill>
              </a:rPr>
              <a:t>XGBoost on GPU · registered in MLflow</a:t>
            </a:r>
          </a:p>
        </p:txBody>
      </p:sp>
      <p:sp>
        <p:nvSpPr>
          <p:cNvPr id="26" name="Rounded Rectangle 25"/>
          <p:cNvSpPr/>
          <p:nvPr/>
        </p:nvSpPr>
        <p:spPr>
          <a:xfrm>
            <a:off x="374904" y="3931920"/>
            <a:ext cx="11430000" cy="2148840"/>
          </a:xfrm>
          <a:prstGeom prst="roundRect">
            <a:avLst>
              <a:gd name="adj" fmla="val 6000"/>
            </a:avLst>
          </a:prstGeom>
          <a:solidFill>
            <a:srgbClr val="FFFFFF"/>
          </a:solidFill>
          <a:ln w="9525">
            <a:solidFill>
              <a:srgbClr val="B1B9B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4023360"/>
            <a:ext cx="5486400" cy="365760"/>
          </a:xfrm>
          <a:prstGeom prst="rect">
            <a:avLst/>
          </a:prstGeom>
          <a:noFill/>
        </p:spPr>
        <p:txBody>
          <a:bodyPr wrap="square" lIns="45720" rIns="45720" tIns="27432" bIns="27432" anchor="t">
            <a:spAutoFit/>
          </a:bodyPr>
          <a:lstStyle/>
          <a:p>
            <a:pPr algn="l">
              <a:spcAft>
                <a:spcPts val="400"/>
              </a:spcAft>
            </a:pPr>
            <a:r>
              <a:rPr sz="1400" b="1">
                <a:solidFill>
                  <a:srgbClr val="01A982"/>
                </a:solidFill>
              </a:rPr>
              <a:t>The number that teaches the most</a:t>
            </a:r>
          </a:p>
        </p:txBody>
      </p:sp>
      <p:sp>
        <p:nvSpPr>
          <p:cNvPr id="28" name="TextBox 27"/>
          <p:cNvSpPr txBox="1"/>
          <p:nvPr/>
        </p:nvSpPr>
        <p:spPr>
          <a:xfrm>
            <a:off x="548640" y="4389120"/>
            <a:ext cx="11064240" cy="1645920"/>
          </a:xfrm>
          <a:prstGeom prst="rect">
            <a:avLst/>
          </a:prstGeom>
          <a:noFill/>
        </p:spPr>
        <p:txBody>
          <a:bodyPr wrap="square" lIns="45720" rIns="45720" tIns="27432" bIns="27432" anchor="t">
            <a:spAutoFit/>
          </a:bodyPr>
          <a:lstStyle/>
          <a:p>
            <a:pPr algn="l">
              <a:spcAft>
                <a:spcPts val="400"/>
              </a:spcAft>
            </a:pPr>
            <a:r>
              <a:rPr sz="1300" b="0">
                <a:solidFill>
                  <a:srgbClr val="292D3A"/>
                </a:solidFill>
              </a:rPr>
              <a:t>196,564 ≠ 200,000. The 3,436 subscribers with no activity in the last 30 days have no row after the squash. 63% of them churned, against 11.9% overall.</a:t>
            </a:r>
          </a:p>
          <a:p>
            <a:pPr algn="l">
              <a:spcAft>
                <a:spcPts val="400"/>
              </a:spcAft>
            </a:pPr>
            <a:r>
              <a:rPr sz="1200" b="0">
                <a:solidFill>
                  <a:srgbClr val="535C66"/>
                </a:solidFill>
              </a:rPr>
              <a:t>An inner join drops them silently and deletes 2,172 churners — the strongest signal in the data — while looking completely correct. The pipeline uses a LEFT join from the customer table and fills their activity with zero. Absence of a record is itself information.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Measured results</a:t>
            </a:r>
          </a:p>
        </p:txBody>
      </p:sp>
      <p:sp>
        <p:nvSpPr>
          <p:cNvPr id="3" name="Text Placeholder 2"/>
          <p:cNvSpPr>
            <a:spLocks noGrp="1"/>
          </p:cNvSpPr>
          <p:nvPr>
            <p:ph type="body" idx="13" sz="quarter"/>
          </p:nvPr>
        </p:nvSpPr>
        <p:spPr/>
        <p:txBody>
          <a:bodyPr/>
          <a:lstStyle/>
          <a:p>
            <a:r>
              <a:t>Every number below was measured on the platform, seed 42. Nothing is quoted from a datasheet.</a:t>
            </a:r>
          </a:p>
        </p:txBody>
      </p:sp>
      <p:sp>
        <p:nvSpPr>
          <p:cNvPr id="4" name="TextBox 3"/>
          <p:cNvSpPr txBox="1"/>
          <p:nvPr/>
        </p:nvSpPr>
        <p:spPr>
          <a:xfrm>
            <a:off x="5074920" y="6382512"/>
            <a:ext cx="6217920" cy="228600"/>
          </a:xfrm>
          <a:prstGeom prst="rect">
            <a:avLst/>
          </a:prstGeom>
          <a:noFill/>
        </p:spPr>
        <p:txBody>
          <a:bodyPr wrap="square" lIns="45720" rIns="45720" tIns="27432" bIns="27432" anchor="t">
            <a:spAutoFit/>
          </a:bodyPr>
          <a:lstStyle/>
          <a:p>
            <a:pPr algn="r">
              <a:spcAft>
                <a:spcPts val="400"/>
              </a:spcAft>
            </a:pPr>
            <a:r>
              <a:rPr sz="800" b="0">
                <a:solidFill>
                  <a:srgbClr val="535C66"/>
                </a:solidFill>
              </a:rPr>
              <a:t>Confidential | For training purposes only</a:t>
            </a:r>
          </a:p>
        </p:txBody>
      </p:sp>
      <p:sp>
        <p:nvSpPr>
          <p:cNvPr id="5" name="TextBox 4"/>
          <p:cNvSpPr txBox="1"/>
          <p:nvPr/>
        </p:nvSpPr>
        <p:spPr>
          <a:xfrm>
            <a:off x="11384280" y="6382512"/>
            <a:ext cx="457200" cy="228600"/>
          </a:xfrm>
          <a:prstGeom prst="rect">
            <a:avLst/>
          </a:prstGeom>
          <a:noFill/>
        </p:spPr>
        <p:txBody>
          <a:bodyPr wrap="square" lIns="45720" rIns="45720" tIns="27432" bIns="27432" anchor="t">
            <a:spAutoFit/>
          </a:bodyPr>
          <a:lstStyle/>
          <a:p>
            <a:pPr algn="r">
              <a:spcAft>
                <a:spcPts val="400"/>
              </a:spcAft>
            </a:pPr>
            <a:r>
              <a:rPr sz="800" b="0">
                <a:solidFill>
                  <a:srgbClr val="535C66"/>
                </a:solidFill>
              </a:rPr>
              <a:t>8</a:t>
            </a:r>
          </a:p>
        </p:txBody>
      </p:sp>
      <p:sp>
        <p:nvSpPr>
          <p:cNvPr id="6" name="Rounded Rectangle 5"/>
          <p:cNvSpPr/>
          <p:nvPr/>
        </p:nvSpPr>
        <p:spPr>
          <a:xfrm>
            <a:off x="374904" y="1417320"/>
            <a:ext cx="3657600" cy="205740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57784" y="1554480"/>
            <a:ext cx="3291840" cy="731520"/>
          </a:xfrm>
          <a:prstGeom prst="rect">
            <a:avLst/>
          </a:prstGeom>
          <a:noFill/>
        </p:spPr>
        <p:txBody>
          <a:bodyPr wrap="square" lIns="45720" rIns="45720" tIns="27432" bIns="27432" anchor="ctr">
            <a:spAutoFit/>
          </a:bodyPr>
          <a:lstStyle/>
          <a:p>
            <a:pPr algn="l">
              <a:spcAft>
                <a:spcPts val="400"/>
              </a:spcAft>
            </a:pPr>
            <a:r>
              <a:rPr sz="3600" b="1">
                <a:solidFill>
                  <a:srgbClr val="01A982"/>
                </a:solidFill>
              </a:rPr>
              <a:t>3.66×</a:t>
            </a:r>
          </a:p>
        </p:txBody>
      </p:sp>
      <p:sp>
        <p:nvSpPr>
          <p:cNvPr id="8" name="TextBox 7"/>
          <p:cNvSpPr txBox="1"/>
          <p:nvPr/>
        </p:nvSpPr>
        <p:spPr>
          <a:xfrm>
            <a:off x="557784" y="2258568"/>
            <a:ext cx="3291840" cy="502920"/>
          </a:xfrm>
          <a:prstGeom prst="rect">
            <a:avLst/>
          </a:prstGeom>
          <a:noFill/>
        </p:spPr>
        <p:txBody>
          <a:bodyPr wrap="square" lIns="45720" rIns="45720" tIns="27432" bIns="27432" anchor="t">
            <a:spAutoFit/>
          </a:bodyPr>
          <a:lstStyle/>
          <a:p>
            <a:pPr algn="l">
              <a:spcAft>
                <a:spcPts val="400"/>
              </a:spcAft>
            </a:pPr>
            <a:r>
              <a:rPr sz="1300" b="1">
                <a:solidFill>
                  <a:srgbClr val="292D3A"/>
                </a:solidFill>
              </a:rPr>
              <a:t>smaller on disk</a:t>
            </a:r>
          </a:p>
        </p:txBody>
      </p:sp>
      <p:sp>
        <p:nvSpPr>
          <p:cNvPr id="9" name="TextBox 8"/>
          <p:cNvSpPr txBox="1"/>
          <p:nvPr/>
        </p:nvSpPr>
        <p:spPr>
          <a:xfrm>
            <a:off x="557784" y="2743200"/>
            <a:ext cx="3291840" cy="685800"/>
          </a:xfrm>
          <a:prstGeom prst="rect">
            <a:avLst/>
          </a:prstGeom>
          <a:noFill/>
        </p:spPr>
        <p:txBody>
          <a:bodyPr wrap="square" lIns="45720" rIns="45720" tIns="27432" bIns="27432" anchor="t">
            <a:spAutoFit/>
          </a:bodyPr>
          <a:lstStyle/>
          <a:p>
            <a:pPr algn="l">
              <a:spcAft>
                <a:spcPts val="400"/>
              </a:spcAft>
            </a:pPr>
            <a:r>
              <a:rPr sz="1100" b="0">
                <a:solidFill>
                  <a:srgbClr val="535C66"/>
                </a:solidFill>
              </a:rPr>
              <a:t>CSV 849 MB → Parquet 232 MB, same 20,010,929 rows</a:t>
            </a:r>
          </a:p>
        </p:txBody>
      </p:sp>
      <p:sp>
        <p:nvSpPr>
          <p:cNvPr id="10" name="Rounded Rectangle 9"/>
          <p:cNvSpPr/>
          <p:nvPr/>
        </p:nvSpPr>
        <p:spPr>
          <a:xfrm>
            <a:off x="4215384" y="1417320"/>
            <a:ext cx="3657600" cy="205740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398264" y="1554480"/>
            <a:ext cx="3291840" cy="731520"/>
          </a:xfrm>
          <a:prstGeom prst="rect">
            <a:avLst/>
          </a:prstGeom>
          <a:noFill/>
        </p:spPr>
        <p:txBody>
          <a:bodyPr wrap="square" lIns="45720" rIns="45720" tIns="27432" bIns="27432" anchor="ctr">
            <a:spAutoFit/>
          </a:bodyPr>
          <a:lstStyle/>
          <a:p>
            <a:pPr algn="l">
              <a:spcAft>
                <a:spcPts val="400"/>
              </a:spcAft>
            </a:pPr>
            <a:r>
              <a:rPr sz="3600" b="1">
                <a:solidFill>
                  <a:srgbClr val="01A982"/>
                </a:solidFill>
              </a:rPr>
              <a:t>12×</a:t>
            </a:r>
          </a:p>
        </p:txBody>
      </p:sp>
      <p:sp>
        <p:nvSpPr>
          <p:cNvPr id="12" name="TextBox 11"/>
          <p:cNvSpPr txBox="1"/>
          <p:nvPr/>
        </p:nvSpPr>
        <p:spPr>
          <a:xfrm>
            <a:off x="4398264" y="2258568"/>
            <a:ext cx="3291840" cy="502920"/>
          </a:xfrm>
          <a:prstGeom prst="rect">
            <a:avLst/>
          </a:prstGeom>
          <a:noFill/>
        </p:spPr>
        <p:txBody>
          <a:bodyPr wrap="square" lIns="45720" rIns="45720" tIns="27432" bIns="27432" anchor="t">
            <a:spAutoFit/>
          </a:bodyPr>
          <a:lstStyle/>
          <a:p>
            <a:pPr algn="l">
              <a:spcAft>
                <a:spcPts val="400"/>
              </a:spcAft>
            </a:pPr>
            <a:r>
              <a:rPr sz="1300" b="1">
                <a:solidFill>
                  <a:srgbClr val="292D3A"/>
                </a:solidFill>
              </a:rPr>
              <a:t>faster aggregation</a:t>
            </a:r>
          </a:p>
        </p:txBody>
      </p:sp>
      <p:sp>
        <p:nvSpPr>
          <p:cNvPr id="13" name="TextBox 12"/>
          <p:cNvSpPr txBox="1"/>
          <p:nvPr/>
        </p:nvSpPr>
        <p:spPr>
          <a:xfrm>
            <a:off x="4398264" y="2743200"/>
            <a:ext cx="3291840" cy="685800"/>
          </a:xfrm>
          <a:prstGeom prst="rect">
            <a:avLst/>
          </a:prstGeom>
          <a:noFill/>
        </p:spPr>
        <p:txBody>
          <a:bodyPr wrap="square" lIns="45720" rIns="45720" tIns="27432" bIns="27432" anchor="t">
            <a:spAutoFit/>
          </a:bodyPr>
          <a:lstStyle/>
          <a:p>
            <a:pPr algn="l">
              <a:spcAft>
                <a:spcPts val="400"/>
              </a:spcAft>
            </a:pPr>
            <a:r>
              <a:rPr sz="1100" b="0">
                <a:solidFill>
                  <a:srgbClr val="535C66"/>
                </a:solidFill>
              </a:rPr>
              <a:t>cuDF 0.03 s vs pandas 0.39 s, identical output</a:t>
            </a:r>
          </a:p>
        </p:txBody>
      </p:sp>
      <p:sp>
        <p:nvSpPr>
          <p:cNvPr id="14" name="Rounded Rectangle 13"/>
          <p:cNvSpPr/>
          <p:nvPr/>
        </p:nvSpPr>
        <p:spPr>
          <a:xfrm>
            <a:off x="8055864" y="1417320"/>
            <a:ext cx="3657600" cy="205740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38744" y="1554480"/>
            <a:ext cx="3291840" cy="731520"/>
          </a:xfrm>
          <a:prstGeom prst="rect">
            <a:avLst/>
          </a:prstGeom>
          <a:noFill/>
        </p:spPr>
        <p:txBody>
          <a:bodyPr wrap="square" lIns="45720" rIns="45720" tIns="27432" bIns="27432" anchor="ctr">
            <a:spAutoFit/>
          </a:bodyPr>
          <a:lstStyle/>
          <a:p>
            <a:pPr algn="l">
              <a:spcAft>
                <a:spcPts val="400"/>
              </a:spcAft>
            </a:pPr>
            <a:r>
              <a:rPr sz="3600" b="1">
                <a:solidFill>
                  <a:srgbClr val="01A982"/>
                </a:solidFill>
              </a:rPr>
              <a:t>2.4×</a:t>
            </a:r>
          </a:p>
        </p:txBody>
      </p:sp>
      <p:sp>
        <p:nvSpPr>
          <p:cNvPr id="16" name="TextBox 15"/>
          <p:cNvSpPr txBox="1"/>
          <p:nvPr/>
        </p:nvSpPr>
        <p:spPr>
          <a:xfrm>
            <a:off x="8238744" y="2258568"/>
            <a:ext cx="3291840" cy="502920"/>
          </a:xfrm>
          <a:prstGeom prst="rect">
            <a:avLst/>
          </a:prstGeom>
          <a:noFill/>
        </p:spPr>
        <p:txBody>
          <a:bodyPr wrap="square" lIns="45720" rIns="45720" tIns="27432" bIns="27432" anchor="t">
            <a:spAutoFit/>
          </a:bodyPr>
          <a:lstStyle/>
          <a:p>
            <a:pPr algn="l">
              <a:spcAft>
                <a:spcPts val="400"/>
              </a:spcAft>
            </a:pPr>
            <a:r>
              <a:rPr sz="1300" b="1">
                <a:solidFill>
                  <a:srgbClr val="292D3A"/>
                </a:solidFill>
              </a:rPr>
              <a:t>faster RandomForest</a:t>
            </a:r>
          </a:p>
        </p:txBody>
      </p:sp>
      <p:sp>
        <p:nvSpPr>
          <p:cNvPr id="17" name="TextBox 16"/>
          <p:cNvSpPr txBox="1"/>
          <p:nvPr/>
        </p:nvSpPr>
        <p:spPr>
          <a:xfrm>
            <a:off x="8238744" y="2743200"/>
            <a:ext cx="3291840" cy="685800"/>
          </a:xfrm>
          <a:prstGeom prst="rect">
            <a:avLst/>
          </a:prstGeom>
          <a:noFill/>
        </p:spPr>
        <p:txBody>
          <a:bodyPr wrap="square" lIns="45720" rIns="45720" tIns="27432" bIns="27432" anchor="t">
            <a:spAutoFit/>
          </a:bodyPr>
          <a:lstStyle/>
          <a:p>
            <a:pPr algn="l">
              <a:spcAft>
                <a:spcPts val="400"/>
              </a:spcAft>
            </a:pPr>
            <a:r>
              <a:rPr sz="1100" b="0">
                <a:solidFill>
                  <a:srgbClr val="535C66"/>
                </a:solidFill>
              </a:rPr>
              <a:t>cuML 1.69 s vs scikit-learn 4.02 s on 4 cores · AUC gap 0.0009</a:t>
            </a:r>
          </a:p>
        </p:txBody>
      </p:sp>
      <p:sp>
        <p:nvSpPr>
          <p:cNvPr id="18" name="Rounded Rectangle 17"/>
          <p:cNvSpPr/>
          <p:nvPr/>
        </p:nvSpPr>
        <p:spPr>
          <a:xfrm>
            <a:off x="374904" y="3657600"/>
            <a:ext cx="3657600" cy="205740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57784" y="3794760"/>
            <a:ext cx="3291840" cy="731520"/>
          </a:xfrm>
          <a:prstGeom prst="rect">
            <a:avLst/>
          </a:prstGeom>
          <a:noFill/>
        </p:spPr>
        <p:txBody>
          <a:bodyPr wrap="square" lIns="45720" rIns="45720" tIns="27432" bIns="27432" anchor="ctr">
            <a:spAutoFit/>
          </a:bodyPr>
          <a:lstStyle/>
          <a:p>
            <a:pPr algn="l">
              <a:spcAft>
                <a:spcPts val="400"/>
              </a:spcAft>
            </a:pPr>
            <a:r>
              <a:rPr sz="3600" b="1">
                <a:solidFill>
                  <a:srgbClr val="01A982"/>
                </a:solidFill>
              </a:rPr>
              <a:t>85×</a:t>
            </a:r>
          </a:p>
        </p:txBody>
      </p:sp>
      <p:sp>
        <p:nvSpPr>
          <p:cNvPr id="20" name="TextBox 19"/>
          <p:cNvSpPr txBox="1"/>
          <p:nvPr/>
        </p:nvSpPr>
        <p:spPr>
          <a:xfrm>
            <a:off x="557784" y="4498848"/>
            <a:ext cx="3291840" cy="502920"/>
          </a:xfrm>
          <a:prstGeom prst="rect">
            <a:avLst/>
          </a:prstGeom>
          <a:noFill/>
        </p:spPr>
        <p:txBody>
          <a:bodyPr wrap="square" lIns="45720" rIns="45720" tIns="27432" bIns="27432" anchor="t">
            <a:spAutoFit/>
          </a:bodyPr>
          <a:lstStyle/>
          <a:p>
            <a:pPr algn="l">
              <a:spcAft>
                <a:spcPts val="400"/>
              </a:spcAft>
            </a:pPr>
            <a:r>
              <a:rPr sz="1300" b="1">
                <a:solidFill>
                  <a:srgbClr val="292D3A"/>
                </a:solidFill>
              </a:rPr>
              <a:t>faster nearest-neighbour search</a:t>
            </a:r>
          </a:p>
        </p:txBody>
      </p:sp>
      <p:sp>
        <p:nvSpPr>
          <p:cNvPr id="21" name="TextBox 20"/>
          <p:cNvSpPr txBox="1"/>
          <p:nvPr/>
        </p:nvSpPr>
        <p:spPr>
          <a:xfrm>
            <a:off x="557784" y="4983480"/>
            <a:ext cx="3291840" cy="685800"/>
          </a:xfrm>
          <a:prstGeom prst="rect">
            <a:avLst/>
          </a:prstGeom>
          <a:noFill/>
        </p:spPr>
        <p:txBody>
          <a:bodyPr wrap="square" lIns="45720" rIns="45720" tIns="27432" bIns="27432" anchor="t">
            <a:spAutoFit/>
          </a:bodyPr>
          <a:lstStyle/>
          <a:p>
            <a:pPr algn="l">
              <a:spcAft>
                <a:spcPts val="400"/>
              </a:spcAft>
            </a:pPr>
            <a:r>
              <a:rPr sz="1100" b="0">
                <a:solidFill>
                  <a:srgbClr val="535C66"/>
                </a:solidFill>
              </a:rPr>
              <a:t>cuVS 0.05 s vs scikit-learn 4.03 s · recall@10 0.9996</a:t>
            </a:r>
          </a:p>
        </p:txBody>
      </p:sp>
      <p:sp>
        <p:nvSpPr>
          <p:cNvPr id="22" name="Rounded Rectangle 21"/>
          <p:cNvSpPr/>
          <p:nvPr/>
        </p:nvSpPr>
        <p:spPr>
          <a:xfrm>
            <a:off x="4215384" y="3657600"/>
            <a:ext cx="3657600" cy="205740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398264" y="3794760"/>
            <a:ext cx="3291840" cy="731520"/>
          </a:xfrm>
          <a:prstGeom prst="rect">
            <a:avLst/>
          </a:prstGeom>
          <a:noFill/>
        </p:spPr>
        <p:txBody>
          <a:bodyPr wrap="square" lIns="45720" rIns="45720" tIns="27432" bIns="27432" anchor="ctr">
            <a:spAutoFit/>
          </a:bodyPr>
          <a:lstStyle/>
          <a:p>
            <a:pPr algn="l">
              <a:spcAft>
                <a:spcPts val="400"/>
              </a:spcAft>
            </a:pPr>
            <a:r>
              <a:rPr sz="3600" b="1">
                <a:solidFill>
                  <a:srgbClr val="01A982"/>
                </a:solidFill>
              </a:rPr>
              <a:t>0.87</a:t>
            </a:r>
          </a:p>
        </p:txBody>
      </p:sp>
      <p:sp>
        <p:nvSpPr>
          <p:cNvPr id="24" name="TextBox 23"/>
          <p:cNvSpPr txBox="1"/>
          <p:nvPr/>
        </p:nvSpPr>
        <p:spPr>
          <a:xfrm>
            <a:off x="4398264" y="4498848"/>
            <a:ext cx="3291840" cy="502920"/>
          </a:xfrm>
          <a:prstGeom prst="rect">
            <a:avLst/>
          </a:prstGeom>
          <a:noFill/>
        </p:spPr>
        <p:txBody>
          <a:bodyPr wrap="square" lIns="45720" rIns="45720" tIns="27432" bIns="27432" anchor="t">
            <a:spAutoFit/>
          </a:bodyPr>
          <a:lstStyle/>
          <a:p>
            <a:pPr algn="l">
              <a:spcAft>
                <a:spcPts val="400"/>
              </a:spcAft>
            </a:pPr>
            <a:r>
              <a:rPr sz="1300" b="1">
                <a:solidFill>
                  <a:srgbClr val="292D3A"/>
                </a:solidFill>
              </a:rPr>
              <a:t>held-out AUC</a:t>
            </a:r>
          </a:p>
        </p:txBody>
      </p:sp>
      <p:sp>
        <p:nvSpPr>
          <p:cNvPr id="25" name="TextBox 24"/>
          <p:cNvSpPr txBox="1"/>
          <p:nvPr/>
        </p:nvSpPr>
        <p:spPr>
          <a:xfrm>
            <a:off x="4398264" y="4983480"/>
            <a:ext cx="3291840" cy="685800"/>
          </a:xfrm>
          <a:prstGeom prst="rect">
            <a:avLst/>
          </a:prstGeom>
          <a:noFill/>
        </p:spPr>
        <p:txBody>
          <a:bodyPr wrap="square" lIns="45720" rIns="45720" tIns="27432" bIns="27432" anchor="t">
            <a:spAutoFit/>
          </a:bodyPr>
          <a:lstStyle/>
          <a:p>
            <a:pPr algn="l">
              <a:spcAft>
                <a:spcPts val="400"/>
              </a:spcAft>
            </a:pPr>
            <a:r>
              <a:rPr sz="1100" b="0">
                <a:solidFill>
                  <a:srgbClr val="535C66"/>
                </a:solidFill>
              </a:rPr>
              <a:t>XGBoost on GPU · 200,000 × 19 · look-alike score alone 0.81</a:t>
            </a:r>
          </a:p>
        </p:txBody>
      </p:sp>
      <p:sp>
        <p:nvSpPr>
          <p:cNvPr id="26" name="Rounded Rectangle 25"/>
          <p:cNvSpPr/>
          <p:nvPr/>
        </p:nvSpPr>
        <p:spPr>
          <a:xfrm>
            <a:off x="8055864" y="3657600"/>
            <a:ext cx="3657600" cy="205740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38744" y="3794760"/>
            <a:ext cx="3291840" cy="731520"/>
          </a:xfrm>
          <a:prstGeom prst="rect">
            <a:avLst/>
          </a:prstGeom>
          <a:noFill/>
        </p:spPr>
        <p:txBody>
          <a:bodyPr wrap="square" lIns="45720" rIns="45720" tIns="27432" bIns="27432" anchor="ctr">
            <a:spAutoFit/>
          </a:bodyPr>
          <a:lstStyle/>
          <a:p>
            <a:pPr algn="l">
              <a:spcAft>
                <a:spcPts val="400"/>
              </a:spcAft>
            </a:pPr>
            <a:r>
              <a:rPr sz="3600" b="1">
                <a:solidFill>
                  <a:srgbClr val="01A982"/>
                </a:solidFill>
              </a:rPr>
              <a:t>0.002</a:t>
            </a:r>
          </a:p>
        </p:txBody>
      </p:sp>
      <p:sp>
        <p:nvSpPr>
          <p:cNvPr id="28" name="TextBox 27"/>
          <p:cNvSpPr txBox="1"/>
          <p:nvPr/>
        </p:nvSpPr>
        <p:spPr>
          <a:xfrm>
            <a:off x="8238744" y="4498848"/>
            <a:ext cx="3291840" cy="502920"/>
          </a:xfrm>
          <a:prstGeom prst="rect">
            <a:avLst/>
          </a:prstGeom>
          <a:noFill/>
        </p:spPr>
        <p:txBody>
          <a:bodyPr wrap="square" lIns="45720" rIns="45720" tIns="27432" bIns="27432" anchor="t">
            <a:spAutoFit/>
          </a:bodyPr>
          <a:lstStyle/>
          <a:p>
            <a:pPr algn="l">
              <a:spcAft>
                <a:spcPts val="400"/>
              </a:spcAft>
            </a:pPr>
            <a:r>
              <a:rPr sz="1300" b="1">
                <a:solidFill>
                  <a:srgbClr val="292D3A"/>
                </a:solidFill>
              </a:rPr>
              <a:t>importance spread of the planted noise</a:t>
            </a:r>
          </a:p>
        </p:txBody>
      </p:sp>
      <p:sp>
        <p:nvSpPr>
          <p:cNvPr id="29" name="TextBox 28"/>
          <p:cNvSpPr txBox="1"/>
          <p:nvPr/>
        </p:nvSpPr>
        <p:spPr>
          <a:xfrm>
            <a:off x="8238744" y="4983480"/>
            <a:ext cx="3291840" cy="685800"/>
          </a:xfrm>
          <a:prstGeom prst="rect">
            <a:avLst/>
          </a:prstGeom>
          <a:noFill/>
        </p:spPr>
        <p:txBody>
          <a:bodyPr wrap="square" lIns="45720" rIns="45720" tIns="27432" bIns="27432" anchor="t">
            <a:spAutoFit/>
          </a:bodyPr>
          <a:lstStyle/>
          <a:p>
            <a:pPr algn="l">
              <a:spcAft>
                <a:spcPts val="400"/>
              </a:spcAft>
            </a:pPr>
            <a:r>
              <a:rPr sz="1100" b="0">
                <a:solidFill>
                  <a:srgbClr val="535C66"/>
                </a:solidFill>
              </a:rPr>
              <a:t>six country columns indistinguishable; real features differ 10×</a:t>
            </a:r>
          </a:p>
        </p:txBody>
      </p:sp>
      <p:sp>
        <p:nvSpPr>
          <p:cNvPr id="30" name="TextBox 29"/>
          <p:cNvSpPr txBox="1"/>
          <p:nvPr/>
        </p:nvSpPr>
        <p:spPr>
          <a:xfrm>
            <a:off x="374904" y="5943600"/>
            <a:ext cx="11430000" cy="365760"/>
          </a:xfrm>
          <a:prstGeom prst="rect">
            <a:avLst/>
          </a:prstGeom>
          <a:noFill/>
        </p:spPr>
        <p:txBody>
          <a:bodyPr wrap="square" lIns="45720" rIns="45720" tIns="27432" bIns="27432" anchor="t">
            <a:spAutoFit/>
          </a:bodyPr>
          <a:lstStyle/>
          <a:p>
            <a:pPr algn="l">
              <a:spcAft>
                <a:spcPts val="400"/>
              </a:spcAft>
            </a:pPr>
            <a:r>
              <a:rPr sz="1100" b="0">
                <a:solidFill>
                  <a:srgbClr val="535C66"/>
                </a:solidFill>
              </a:rPr>
              <a:t>Speed-ups are always stated against a named CPU core count. Vendor headline figures are ceilings; these are the honest numbers.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Deliverables and the value statement</a:t>
            </a:r>
          </a:p>
        </p:txBody>
      </p:sp>
      <p:sp>
        <p:nvSpPr>
          <p:cNvPr id="3" name="Text Placeholder 2"/>
          <p:cNvSpPr>
            <a:spLocks noGrp="1"/>
          </p:cNvSpPr>
          <p:nvPr>
            <p:ph type="body" idx="13" sz="quarter"/>
          </p:nvPr>
        </p:nvSpPr>
        <p:spPr/>
        <p:txBody>
          <a:bodyPr/>
          <a:lstStyle/>
          <a:p>
            <a:r>
              <a:t>What a participant leaves with, and how a measured result becomes a sentence a customer acts on</a:t>
            </a:r>
          </a:p>
        </p:txBody>
      </p:sp>
      <p:sp>
        <p:nvSpPr>
          <p:cNvPr id="4" name="TextBox 3"/>
          <p:cNvSpPr txBox="1"/>
          <p:nvPr/>
        </p:nvSpPr>
        <p:spPr>
          <a:xfrm>
            <a:off x="5074920" y="6382512"/>
            <a:ext cx="6217920" cy="228600"/>
          </a:xfrm>
          <a:prstGeom prst="rect">
            <a:avLst/>
          </a:prstGeom>
          <a:noFill/>
        </p:spPr>
        <p:txBody>
          <a:bodyPr wrap="square" lIns="45720" rIns="45720" tIns="27432" bIns="27432" anchor="t">
            <a:spAutoFit/>
          </a:bodyPr>
          <a:lstStyle/>
          <a:p>
            <a:pPr algn="r">
              <a:spcAft>
                <a:spcPts val="400"/>
              </a:spcAft>
            </a:pPr>
            <a:r>
              <a:rPr sz="800" b="0">
                <a:solidFill>
                  <a:srgbClr val="535C66"/>
                </a:solidFill>
              </a:rPr>
              <a:t>Confidential | For training purposes only</a:t>
            </a:r>
          </a:p>
        </p:txBody>
      </p:sp>
      <p:sp>
        <p:nvSpPr>
          <p:cNvPr id="5" name="TextBox 4"/>
          <p:cNvSpPr txBox="1"/>
          <p:nvPr/>
        </p:nvSpPr>
        <p:spPr>
          <a:xfrm>
            <a:off x="11384280" y="6382512"/>
            <a:ext cx="457200" cy="228600"/>
          </a:xfrm>
          <a:prstGeom prst="rect">
            <a:avLst/>
          </a:prstGeom>
          <a:noFill/>
        </p:spPr>
        <p:txBody>
          <a:bodyPr wrap="square" lIns="45720" rIns="45720" tIns="27432" bIns="27432" anchor="t">
            <a:spAutoFit/>
          </a:bodyPr>
          <a:lstStyle/>
          <a:p>
            <a:pPr algn="r">
              <a:spcAft>
                <a:spcPts val="400"/>
              </a:spcAft>
            </a:pPr>
            <a:r>
              <a:rPr sz="800" b="0">
                <a:solidFill>
                  <a:srgbClr val="535C66"/>
                </a:solidFill>
              </a:rPr>
              <a:t>9</a:t>
            </a:r>
          </a:p>
        </p:txBody>
      </p:sp>
      <p:sp>
        <p:nvSpPr>
          <p:cNvPr id="6" name="Rounded Rectangle 5"/>
          <p:cNvSpPr/>
          <p:nvPr/>
        </p:nvSpPr>
        <p:spPr>
          <a:xfrm>
            <a:off x="374904" y="1417320"/>
            <a:ext cx="2761488" cy="1920240"/>
          </a:xfrm>
          <a:prstGeom prst="roundRect">
            <a:avLst>
              <a:gd name="adj" fmla="val 6000"/>
            </a:avLst>
          </a:prstGeom>
          <a:solidFill>
            <a:srgbClr val="FFFFFF"/>
          </a:solidFill>
          <a:ln w="9525">
            <a:solidFill>
              <a:srgbClr val="B1B9B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2063" y="1508760"/>
            <a:ext cx="2514600" cy="548640"/>
          </a:xfrm>
          <a:prstGeom prst="rect">
            <a:avLst/>
          </a:prstGeom>
          <a:noFill/>
        </p:spPr>
        <p:txBody>
          <a:bodyPr wrap="square" lIns="45720" rIns="45720" tIns="27432" bIns="27432" anchor="t">
            <a:spAutoFit/>
          </a:bodyPr>
          <a:lstStyle/>
          <a:p>
            <a:pPr algn="l">
              <a:spcAft>
                <a:spcPts val="400"/>
              </a:spcAft>
            </a:pPr>
            <a:r>
              <a:rPr sz="1300" b="1">
                <a:solidFill>
                  <a:srgbClr val="01A982"/>
                </a:solidFill>
              </a:rPr>
              <a:t>Working pipeline flow</a:t>
            </a:r>
          </a:p>
        </p:txBody>
      </p:sp>
      <p:sp>
        <p:nvSpPr>
          <p:cNvPr id="8" name="TextBox 7"/>
          <p:cNvSpPr txBox="1"/>
          <p:nvPr/>
        </p:nvSpPr>
        <p:spPr>
          <a:xfrm>
            <a:off x="512063" y="2057400"/>
            <a:ext cx="2514600" cy="1234440"/>
          </a:xfrm>
          <a:prstGeom prst="rect">
            <a:avLst/>
          </a:prstGeom>
          <a:noFill/>
        </p:spPr>
        <p:txBody>
          <a:bodyPr wrap="square" lIns="45720" rIns="45720" tIns="27432" bIns="27432" anchor="t">
            <a:spAutoFit/>
          </a:bodyPr>
          <a:lstStyle/>
          <a:p>
            <a:pPr algn="l">
              <a:spcAft>
                <a:spcPts val="400"/>
              </a:spcAft>
            </a:pPr>
            <a:r>
              <a:rPr sz="1100" b="0">
                <a:solidFill>
                  <a:srgbClr val="292D3A"/>
                </a:solidFill>
              </a:rPr>
              <a:t>Raw events and a live database → validated training table → registered model, run end to end under the participant’s own student number.</a:t>
            </a:r>
          </a:p>
        </p:txBody>
      </p:sp>
      <p:sp>
        <p:nvSpPr>
          <p:cNvPr id="9" name="Rounded Rectangle 8"/>
          <p:cNvSpPr/>
          <p:nvPr/>
        </p:nvSpPr>
        <p:spPr>
          <a:xfrm>
            <a:off x="3273552" y="1417320"/>
            <a:ext cx="2761488" cy="1920240"/>
          </a:xfrm>
          <a:prstGeom prst="roundRect">
            <a:avLst>
              <a:gd name="adj" fmla="val 6000"/>
            </a:avLst>
          </a:prstGeom>
          <a:solidFill>
            <a:srgbClr val="FFFFFF"/>
          </a:solidFill>
          <a:ln w="9525">
            <a:solidFill>
              <a:srgbClr val="B1B9B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410712" y="1508760"/>
            <a:ext cx="2514600" cy="548640"/>
          </a:xfrm>
          <a:prstGeom prst="rect">
            <a:avLst/>
          </a:prstGeom>
          <a:noFill/>
        </p:spPr>
        <p:txBody>
          <a:bodyPr wrap="square" lIns="45720" rIns="45720" tIns="27432" bIns="27432" anchor="t">
            <a:spAutoFit/>
          </a:bodyPr>
          <a:lstStyle/>
          <a:p>
            <a:pPr algn="l">
              <a:spcAft>
                <a:spcPts val="400"/>
              </a:spcAft>
            </a:pPr>
            <a:r>
              <a:rPr sz="1300" b="1">
                <a:solidFill>
                  <a:srgbClr val="01A982"/>
                </a:solidFill>
              </a:rPr>
              <a:t>Transformation &amp; validation checklist</a:t>
            </a:r>
          </a:p>
        </p:txBody>
      </p:sp>
      <p:sp>
        <p:nvSpPr>
          <p:cNvPr id="11" name="TextBox 10"/>
          <p:cNvSpPr txBox="1"/>
          <p:nvPr/>
        </p:nvSpPr>
        <p:spPr>
          <a:xfrm>
            <a:off x="3410712" y="2057400"/>
            <a:ext cx="2514600" cy="1234440"/>
          </a:xfrm>
          <a:prstGeom prst="rect">
            <a:avLst/>
          </a:prstGeom>
          <a:noFill/>
        </p:spPr>
        <p:txBody>
          <a:bodyPr wrap="square" lIns="45720" rIns="45720" tIns="27432" bIns="27432" anchor="t">
            <a:spAutoFit/>
          </a:bodyPr>
          <a:lstStyle/>
          <a:p>
            <a:pPr algn="l">
              <a:spcAft>
                <a:spcPts val="400"/>
              </a:spcAft>
            </a:pPr>
            <a:r>
              <a:rPr sz="1100" b="0">
                <a:solidFill>
                  <a:srgbClr val="292D3A"/>
                </a:solidFill>
              </a:rPr>
              <a:t>Thirty rows across six stages; the notebook executes the table-side rows and prints PASS or FAIL for each.</a:t>
            </a:r>
          </a:p>
        </p:txBody>
      </p:sp>
      <p:sp>
        <p:nvSpPr>
          <p:cNvPr id="12" name="Rounded Rectangle 11"/>
          <p:cNvSpPr/>
          <p:nvPr/>
        </p:nvSpPr>
        <p:spPr>
          <a:xfrm>
            <a:off x="6172200" y="1417320"/>
            <a:ext cx="2761488" cy="1920240"/>
          </a:xfrm>
          <a:prstGeom prst="roundRect">
            <a:avLst>
              <a:gd name="adj" fmla="val 6000"/>
            </a:avLst>
          </a:prstGeom>
          <a:solidFill>
            <a:srgbClr val="FFFFFF"/>
          </a:solidFill>
          <a:ln w="9525">
            <a:solidFill>
              <a:srgbClr val="B1B9B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09360" y="1508760"/>
            <a:ext cx="2514600" cy="548640"/>
          </a:xfrm>
          <a:prstGeom prst="rect">
            <a:avLst/>
          </a:prstGeom>
          <a:noFill/>
        </p:spPr>
        <p:txBody>
          <a:bodyPr wrap="square" lIns="45720" rIns="45720" tIns="27432" bIns="27432" anchor="t">
            <a:spAutoFit/>
          </a:bodyPr>
          <a:lstStyle/>
          <a:p>
            <a:pPr algn="l">
              <a:spcAft>
                <a:spcPts val="400"/>
              </a:spcAft>
            </a:pPr>
            <a:r>
              <a:rPr sz="1300" b="1">
                <a:solidFill>
                  <a:srgbClr val="01A982"/>
                </a:solidFill>
              </a:rPr>
              <a:t>Customer-facing data-readiness page</a:t>
            </a:r>
          </a:p>
        </p:txBody>
      </p:sp>
      <p:sp>
        <p:nvSpPr>
          <p:cNvPr id="14" name="TextBox 13"/>
          <p:cNvSpPr txBox="1"/>
          <p:nvPr/>
        </p:nvSpPr>
        <p:spPr>
          <a:xfrm>
            <a:off x="6309360" y="2057400"/>
            <a:ext cx="2514600" cy="1234440"/>
          </a:xfrm>
          <a:prstGeom prst="rect">
            <a:avLst/>
          </a:prstGeom>
          <a:noFill/>
        </p:spPr>
        <p:txBody>
          <a:bodyPr wrap="square" lIns="45720" rIns="45720" tIns="27432" bIns="27432" anchor="t">
            <a:spAutoFit/>
          </a:bodyPr>
          <a:lstStyle/>
          <a:p>
            <a:pPr algn="l">
              <a:spcAft>
                <a:spcPts val="400"/>
              </a:spcAft>
            </a:pPr>
            <a:r>
              <a:rPr sz="1100" b="0">
                <a:solidFill>
                  <a:srgbClr val="292D3A"/>
                </a:solidFill>
              </a:rPr>
              <a:t>A one-page template, filled with the participant’s own numbers, ending in a readiness verdict.</a:t>
            </a:r>
          </a:p>
        </p:txBody>
      </p:sp>
      <p:sp>
        <p:nvSpPr>
          <p:cNvPr id="15" name="Rounded Rectangle 14"/>
          <p:cNvSpPr/>
          <p:nvPr/>
        </p:nvSpPr>
        <p:spPr>
          <a:xfrm>
            <a:off x="9070848" y="1417320"/>
            <a:ext cx="2761488" cy="1920240"/>
          </a:xfrm>
          <a:prstGeom prst="roundRect">
            <a:avLst>
              <a:gd name="adj" fmla="val 6000"/>
            </a:avLst>
          </a:prstGeom>
          <a:solidFill>
            <a:srgbClr val="FFFFFF"/>
          </a:solidFill>
          <a:ln w="9525">
            <a:solidFill>
              <a:srgbClr val="B1B9B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208008" y="1508760"/>
            <a:ext cx="2514600" cy="548640"/>
          </a:xfrm>
          <a:prstGeom prst="rect">
            <a:avLst/>
          </a:prstGeom>
          <a:noFill/>
        </p:spPr>
        <p:txBody>
          <a:bodyPr wrap="square" lIns="45720" rIns="45720" tIns="27432" bIns="27432" anchor="t">
            <a:spAutoFit/>
          </a:bodyPr>
          <a:lstStyle/>
          <a:p>
            <a:pPr algn="l">
              <a:spcAft>
                <a:spcPts val="400"/>
              </a:spcAft>
            </a:pPr>
            <a:r>
              <a:rPr sz="1300" b="1">
                <a:solidFill>
                  <a:srgbClr val="01A982"/>
                </a:solidFill>
              </a:rPr>
              <a:t>Presales value statements</a:t>
            </a:r>
          </a:p>
        </p:txBody>
      </p:sp>
      <p:sp>
        <p:nvSpPr>
          <p:cNvPr id="17" name="TextBox 16"/>
          <p:cNvSpPr txBox="1"/>
          <p:nvPr/>
        </p:nvSpPr>
        <p:spPr>
          <a:xfrm>
            <a:off x="9208008" y="2057400"/>
            <a:ext cx="2514600" cy="1234440"/>
          </a:xfrm>
          <a:prstGeom prst="rect">
            <a:avLst/>
          </a:prstGeom>
          <a:noFill/>
        </p:spPr>
        <p:txBody>
          <a:bodyPr wrap="square" lIns="45720" rIns="45720" tIns="27432" bIns="27432" anchor="t">
            <a:spAutoFit/>
          </a:bodyPr>
          <a:lstStyle/>
          <a:p>
            <a:pPr algn="l">
              <a:spcAft>
                <a:spcPts val="400"/>
              </a:spcAft>
            </a:pPr>
            <a:r>
              <a:rPr sz="1100" b="0">
                <a:solidFill>
                  <a:srgbClr val="292D3A"/>
                </a:solidFill>
              </a:rPr>
              <a:t>Three statements built from measured results, at least one about a data-engineering outcome rather than acceleration.</a:t>
            </a:r>
          </a:p>
        </p:txBody>
      </p:sp>
      <p:sp>
        <p:nvSpPr>
          <p:cNvPr id="18" name="Rounded Rectangle 17"/>
          <p:cNvSpPr/>
          <p:nvPr/>
        </p:nvSpPr>
        <p:spPr>
          <a:xfrm>
            <a:off x="374904" y="3611880"/>
            <a:ext cx="11430000" cy="251460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8640" y="3703320"/>
            <a:ext cx="5486400" cy="365760"/>
          </a:xfrm>
          <a:prstGeom prst="rect">
            <a:avLst/>
          </a:prstGeom>
          <a:noFill/>
        </p:spPr>
        <p:txBody>
          <a:bodyPr wrap="square" lIns="45720" rIns="45720" tIns="27432" bIns="27432" anchor="t">
            <a:spAutoFit/>
          </a:bodyPr>
          <a:lstStyle/>
          <a:p>
            <a:pPr algn="l">
              <a:spcAft>
                <a:spcPts val="400"/>
              </a:spcAft>
            </a:pPr>
            <a:r>
              <a:rPr sz="1400" b="1">
                <a:solidFill>
                  <a:srgbClr val="292D3A"/>
                </a:solidFill>
              </a:rPr>
              <a:t>Result → meaning → value</a:t>
            </a:r>
          </a:p>
        </p:txBody>
      </p:sp>
      <p:sp>
        <p:nvSpPr>
          <p:cNvPr id="20" name="TextBox 19"/>
          <p:cNvSpPr txBox="1"/>
          <p:nvPr/>
        </p:nvSpPr>
        <p:spPr>
          <a:xfrm>
            <a:off x="548640" y="4160520"/>
            <a:ext cx="3566160" cy="320040"/>
          </a:xfrm>
          <a:prstGeom prst="rect">
            <a:avLst/>
          </a:prstGeom>
          <a:noFill/>
        </p:spPr>
        <p:txBody>
          <a:bodyPr wrap="square" lIns="45720" rIns="45720" tIns="27432" bIns="27432" anchor="t">
            <a:spAutoFit/>
          </a:bodyPr>
          <a:lstStyle/>
          <a:p>
            <a:pPr algn="l">
              <a:spcAft>
                <a:spcPts val="400"/>
              </a:spcAft>
            </a:pPr>
            <a:r>
              <a:rPr sz="1200" b="1">
                <a:solidFill>
                  <a:srgbClr val="01A982"/>
                </a:solidFill>
              </a:rPr>
              <a:t>Technical result</a:t>
            </a:r>
          </a:p>
        </p:txBody>
      </p:sp>
      <p:sp>
        <p:nvSpPr>
          <p:cNvPr id="21" name="TextBox 20"/>
          <p:cNvSpPr txBox="1"/>
          <p:nvPr/>
        </p:nvSpPr>
        <p:spPr>
          <a:xfrm>
            <a:off x="548640" y="4480560"/>
            <a:ext cx="3566160" cy="1554480"/>
          </a:xfrm>
          <a:prstGeom prst="rect">
            <a:avLst/>
          </a:prstGeom>
          <a:noFill/>
        </p:spPr>
        <p:txBody>
          <a:bodyPr wrap="square" lIns="45720" rIns="45720" tIns="27432" bIns="27432" anchor="t">
            <a:spAutoFit/>
          </a:bodyPr>
          <a:lstStyle/>
          <a:p>
            <a:pPr algn="l">
              <a:spcAft>
                <a:spcPts val="400"/>
              </a:spcAft>
            </a:pPr>
            <a:r>
              <a:rPr sz="1200" b="0">
                <a:solidFill>
                  <a:srgbClr val="292D3A"/>
                </a:solidFill>
              </a:rPr>
              <a:t>The 20 M-row aggregation took 0.39 s on CPU and 0.03 s on the GPU, with identical output.</a:t>
            </a:r>
          </a:p>
        </p:txBody>
      </p:sp>
      <p:sp>
        <p:nvSpPr>
          <p:cNvPr id="22" name="TextBox 21"/>
          <p:cNvSpPr txBox="1"/>
          <p:nvPr/>
        </p:nvSpPr>
        <p:spPr>
          <a:xfrm>
            <a:off x="4297679" y="4160520"/>
            <a:ext cx="3566160" cy="320040"/>
          </a:xfrm>
          <a:prstGeom prst="rect">
            <a:avLst/>
          </a:prstGeom>
          <a:noFill/>
        </p:spPr>
        <p:txBody>
          <a:bodyPr wrap="square" lIns="45720" rIns="45720" tIns="27432" bIns="27432" anchor="t">
            <a:spAutoFit/>
          </a:bodyPr>
          <a:lstStyle/>
          <a:p>
            <a:pPr algn="l">
              <a:spcAft>
                <a:spcPts val="400"/>
              </a:spcAft>
            </a:pPr>
            <a:r>
              <a:rPr sz="1200" b="1">
                <a:solidFill>
                  <a:srgbClr val="01A982"/>
                </a:solidFill>
              </a:rPr>
              <a:t>What it means</a:t>
            </a:r>
          </a:p>
        </p:txBody>
      </p:sp>
      <p:sp>
        <p:nvSpPr>
          <p:cNvPr id="23" name="TextBox 22"/>
          <p:cNvSpPr txBox="1"/>
          <p:nvPr/>
        </p:nvSpPr>
        <p:spPr>
          <a:xfrm>
            <a:off x="4297679" y="4480560"/>
            <a:ext cx="3566160" cy="1554480"/>
          </a:xfrm>
          <a:prstGeom prst="rect">
            <a:avLst/>
          </a:prstGeom>
          <a:noFill/>
        </p:spPr>
        <p:txBody>
          <a:bodyPr wrap="square" lIns="45720" rIns="45720" tIns="27432" bIns="27432" anchor="t">
            <a:spAutoFit/>
          </a:bodyPr>
          <a:lstStyle/>
          <a:p>
            <a:pPr algn="l">
              <a:spcAft>
                <a:spcPts val="400"/>
              </a:spcAft>
            </a:pPr>
            <a:r>
              <a:rPr sz="1200" b="0">
                <a:solidFill>
                  <a:srgbClr val="292D3A"/>
                </a:solidFill>
              </a:rPr>
              <a:t>The feature-engineering loop is interactive, and the pandas code did not change.</a:t>
            </a:r>
          </a:p>
        </p:txBody>
      </p:sp>
      <p:sp>
        <p:nvSpPr>
          <p:cNvPr id="24" name="TextBox 23"/>
          <p:cNvSpPr txBox="1"/>
          <p:nvPr/>
        </p:nvSpPr>
        <p:spPr>
          <a:xfrm>
            <a:off x="8046719" y="4160520"/>
            <a:ext cx="3566160" cy="320040"/>
          </a:xfrm>
          <a:prstGeom prst="rect">
            <a:avLst/>
          </a:prstGeom>
          <a:noFill/>
        </p:spPr>
        <p:txBody>
          <a:bodyPr wrap="square" lIns="45720" rIns="45720" tIns="27432" bIns="27432" anchor="t">
            <a:spAutoFit/>
          </a:bodyPr>
          <a:lstStyle/>
          <a:p>
            <a:pPr algn="l">
              <a:spcAft>
                <a:spcPts val="400"/>
              </a:spcAft>
            </a:pPr>
            <a:r>
              <a:rPr sz="1200" b="1">
                <a:solidFill>
                  <a:srgbClr val="01A982"/>
                </a:solidFill>
              </a:rPr>
              <a:t>Value to the customer</a:t>
            </a:r>
          </a:p>
        </p:txBody>
      </p:sp>
      <p:sp>
        <p:nvSpPr>
          <p:cNvPr id="25" name="TextBox 24"/>
          <p:cNvSpPr txBox="1"/>
          <p:nvPr/>
        </p:nvSpPr>
        <p:spPr>
          <a:xfrm>
            <a:off x="8046719" y="4480560"/>
            <a:ext cx="3566160" cy="1554480"/>
          </a:xfrm>
          <a:prstGeom prst="rect">
            <a:avLst/>
          </a:prstGeom>
          <a:noFill/>
        </p:spPr>
        <p:txBody>
          <a:bodyPr wrap="square" lIns="45720" rIns="45720" tIns="27432" bIns="27432" anchor="t">
            <a:spAutoFit/>
          </a:bodyPr>
          <a:lstStyle/>
          <a:p>
            <a:pPr algn="l">
              <a:spcAft>
                <a:spcPts val="400"/>
              </a:spcAft>
            </a:pPr>
            <a:r>
              <a:rPr sz="1200" b="0">
                <a:solidFill>
                  <a:srgbClr val="292D3A"/>
                </a:solidFill>
              </a:rPr>
              <a:t>Your data scientists try ten feature ideas in the time it used to take to try one, with the skills they already have.</a:t>
            </a:r>
          </a:p>
        </p:txBody>
      </p:sp>
      <p:sp>
        <p:nvSpPr>
          <p:cNvPr id="26" name="TextBox 25"/>
          <p:cNvSpPr txBox="1"/>
          <p:nvPr/>
        </p:nvSpPr>
        <p:spPr>
          <a:xfrm>
            <a:off x="548640" y="5715000"/>
            <a:ext cx="11064240" cy="365760"/>
          </a:xfrm>
          <a:prstGeom prst="rect">
            <a:avLst/>
          </a:prstGeom>
          <a:noFill/>
        </p:spPr>
        <p:txBody>
          <a:bodyPr wrap="square" lIns="45720" rIns="45720" tIns="27432" bIns="27432" anchor="t">
            <a:spAutoFit/>
          </a:bodyPr>
          <a:lstStyle/>
          <a:p>
            <a:pPr algn="l">
              <a:spcAft>
                <a:spcPts val="400"/>
              </a:spcAft>
            </a:pPr>
            <a:r>
              <a:rPr sz="1100" b="0">
                <a:solidFill>
                  <a:srgbClr val="535C66"/>
                </a:solidFill>
              </a:rPr>
              <a:t>Say only the third line to a customer. Have the first ready for when they ask “compared with what?”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Text Placeholder 2"/>
          <p:cNvSpPr>
            <a:spLocks noGrp="1"/>
          </p:cNvSpPr>
          <p:nvPr>
            <p:ph type="body" idx="13" sz="quarter"/>
          </p:nvPr>
        </p:nvSpPr>
        <p:spPr/>
        <p:txBody>
          <a:bodyPr/>
          <a:lstStyle/>
          <a:p>
            <a:r>
              <a:t>Lab 18 · Data Engineering Pipeline on HPE Private Cloud AI · guide, notebook, DAG and deliverables in the data-engineering-lab repository</a:t>
            </a:r>
          </a:p>
        </p:txBody>
      </p:sp>
      <p:sp>
        <p:nvSpPr>
          <p:cNvPr id="4" name="TextBox 3"/>
          <p:cNvSpPr txBox="1"/>
          <p:nvPr/>
        </p:nvSpPr>
        <p:spPr>
          <a:xfrm>
            <a:off x="5596128" y="6172200"/>
            <a:ext cx="6217920" cy="228600"/>
          </a:xfrm>
          <a:prstGeom prst="rect">
            <a:avLst/>
          </a:prstGeom>
          <a:noFill/>
        </p:spPr>
        <p:txBody>
          <a:bodyPr wrap="square" lIns="45720" rIns="45720" tIns="27432" bIns="27432" anchor="t">
            <a:spAutoFit/>
          </a:bodyPr>
          <a:lstStyle/>
          <a:p>
            <a:pPr algn="r">
              <a:spcAft>
                <a:spcPts val="400"/>
              </a:spcAft>
            </a:pPr>
            <a:r>
              <a:rPr sz="800" b="0">
                <a:solidFill>
                  <a:srgbClr val="535C66"/>
                </a:solidFill>
              </a:rPr>
              <a:t>Confidential | For training purposes only</a:t>
            </a:r>
          </a:p>
        </p:txBody>
      </p:sp>
    </p:spTree>
  </p:cSld>
  <p:clrMapOvr>
    <a:masterClrMapping/>
  </p:clrMapOvr>
</p:sld>
</file>

<file path=ppt/theme/theme1.xml><?xml version="1.0" encoding="utf-8"?>
<a:theme xmlns:a="http://schemas.openxmlformats.org/drawingml/2006/main" name="HPE Light Theme">
  <a:themeElements>
    <a:clrScheme name="HPE Light">
      <a:dk1>
        <a:srgbClr val="292D3A"/>
      </a:dk1>
      <a:lt1>
        <a:sysClr val="window" lastClr="FFFFFF"/>
      </a:lt1>
      <a:dk2>
        <a:srgbClr val="B1B9BE"/>
      </a:dk2>
      <a:lt2>
        <a:srgbClr val="535C66"/>
      </a:lt2>
      <a:accent1>
        <a:srgbClr val="01A982"/>
      </a:accent1>
      <a:accent2>
        <a:srgbClr val="7764FC"/>
      </a:accent2>
      <a:accent3>
        <a:srgbClr val="0070F8"/>
      </a:accent3>
      <a:accent4>
        <a:srgbClr val="00DBE4"/>
      </a:accent4>
      <a:accent5>
        <a:srgbClr val="873492"/>
      </a:accent5>
      <a:accent6>
        <a:srgbClr val="CC54A4"/>
      </a:accent6>
      <a:hlink>
        <a:srgbClr val="01A982"/>
      </a:hlink>
      <a:folHlink>
        <a:srgbClr val="7764FC"/>
      </a:folHlink>
    </a:clrScheme>
    <a:fontScheme name="HPE Graphik">
      <a:majorFont>
        <a:latin typeface="HPE Graphik Semibold"/>
        <a:ea typeface=""/>
        <a:cs typeface=""/>
      </a:majorFont>
      <a:minorFont>
        <a:latin typeface="HPE 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tx1"/>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47625"/>
      </a:spPr>
      <a:bodyPr/>
      <a:lstStyle/>
      <a:style>
        <a:lnRef idx="2">
          <a:schemeClr val="accent1"/>
        </a:lnRef>
        <a:fillRef idx="0">
          <a:schemeClr val="accent1"/>
        </a:fillRef>
        <a:effectRef idx="1">
          <a:schemeClr val="accent1"/>
        </a:effectRef>
        <a:fontRef idx="minor">
          <a:schemeClr val="tx1"/>
        </a:fontRef>
      </a:style>
    </a:lnDef>
    <a:txDef>
      <a:spPr>
        <a:noFill/>
        <a:ln w="38100">
          <a:noFill/>
        </a:ln>
      </a:spPr>
      <a:bodyPr wrap="square" lIns="90170" tIns="90170" rIns="90170" bIns="90170" rtlCol="0">
        <a:noAutofit/>
      </a:bodyPr>
      <a:lstStyle>
        <a:defPPr algn="l">
          <a:defRPr dirty="0" smtClean="0"/>
        </a:defPPr>
      </a:lstStyle>
    </a:txDef>
  </a:objectDefaults>
  <a:extraClrSchemeLst/>
  <a:custClrLst>
    <a:custClr name="HPE Gold">
      <a:srgbClr val="DEB146"/>
    </a:custClr>
    <a:custClr name="HPE Red">
      <a:srgbClr val="C64F3A"/>
    </a:custClr>
    <a:custClr name="HPE Green">
      <a:srgbClr val="01A982"/>
    </a:custClr>
    <a:custClr name="Primary Green">
      <a:srgbClr val="05CC93"/>
    </a:custClr>
    <a:custClr name="Secondary Green">
      <a:srgbClr val="00E0AF"/>
    </a:custClr>
    <a:custClr name="Blue">
      <a:srgbClr val="0070F8"/>
    </a:custClr>
    <a:custClr name="Light Gray 1">
      <a:srgbClr val="F7F7F7"/>
    </a:custClr>
    <a:custClr name="Light Gray 2">
      <a:srgbClr val="E6E8E9"/>
    </a:custClr>
  </a:custClrLst>
  <a:extLst>
    <a:ext uri="{05A4C25C-085E-4340-85A3-A5531E510DB2}">
      <thm15:themeFamily xmlns:thm15="http://schemas.microsoft.com/office/thememl/2012/main" name="HPE-PowerPoint-Light-Standard-R6.4.potx" id="{618A435D-818A-4D27-9756-A0116E486230}" vid="{DD1B679C-19F8-47ED-BF34-C2BFA2A37BA0}"/>
    </a:ext>
  </a:extLst>
</a:theme>
</file>

<file path=ppt/theme/theme2.xml><?xml version="1.0" encoding="utf-8"?>
<a:theme xmlns:a="http://schemas.openxmlformats.org/drawingml/2006/main" name="Office Theme">
  <a:themeElements>
    <a:clrScheme name="HPE Light">
      <a:dk1>
        <a:srgbClr val="292D3A"/>
      </a:dk1>
      <a:lt1>
        <a:sysClr val="window" lastClr="FFFFFF"/>
      </a:lt1>
      <a:dk2>
        <a:srgbClr val="B1B9BE"/>
      </a:dk2>
      <a:lt2>
        <a:srgbClr val="535C66"/>
      </a:lt2>
      <a:accent1>
        <a:srgbClr val="01A982"/>
      </a:accent1>
      <a:accent2>
        <a:srgbClr val="7764FC"/>
      </a:accent2>
      <a:accent3>
        <a:srgbClr val="0070F8"/>
      </a:accent3>
      <a:accent4>
        <a:srgbClr val="00DBE4"/>
      </a:accent4>
      <a:accent5>
        <a:srgbClr val="873492"/>
      </a:accent5>
      <a:accent6>
        <a:srgbClr val="CC54A4"/>
      </a:accent6>
      <a:hlink>
        <a:srgbClr val="01A982"/>
      </a:hlink>
      <a:folHlink>
        <a:srgbClr val="7764FC"/>
      </a:folHlink>
    </a:clrScheme>
    <a:fontScheme name="HPE Graphik">
      <a:majorFont>
        <a:latin typeface="HPE Graphik Semibold"/>
        <a:ea typeface=""/>
        <a:cs typeface=""/>
      </a:majorFont>
      <a:minorFont>
        <a:latin typeface="HPE 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123aae8-14e7-4a51-b197-dead1e593f5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BC6F68666B2224DBD60E57DCD303CF2" ma:contentTypeVersion="19" ma:contentTypeDescription="Create a new document." ma:contentTypeScope="" ma:versionID="b6fef9c8c894dd3c81d0d490b47187ff">
  <xsd:schema xmlns:xsd="http://www.w3.org/2001/XMLSchema" xmlns:xs="http://www.w3.org/2001/XMLSchema" xmlns:p="http://schemas.microsoft.com/office/2006/metadata/properties" xmlns:ns3="115f46ad-0135-4aab-bec4-bf173c0d708b" xmlns:ns4="e123aae8-14e7-4a51-b197-dead1e593f59" targetNamespace="http://schemas.microsoft.com/office/2006/metadata/properties" ma:root="true" ma:fieldsID="eccf5ad19651815f00b8a90357c95ecc" ns3:_="" ns4:_="">
    <xsd:import namespace="115f46ad-0135-4aab-bec4-bf173c0d708b"/>
    <xsd:import namespace="e123aae8-14e7-4a51-b197-dead1e593f59"/>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EventHashCode" minOccurs="0"/>
                <xsd:element ref="ns4:MediaServiceGenerationTime" minOccurs="0"/>
                <xsd:element ref="ns4:MediaServiceLocation" minOccurs="0"/>
                <xsd:element ref="ns4:MediaServiceAutoKeyPoints" minOccurs="0"/>
                <xsd:element ref="ns4:MediaServiceKeyPoints" minOccurs="0"/>
                <xsd:element ref="ns4:MediaLengthInSeconds" minOccurs="0"/>
                <xsd:element ref="ns4:_activity" minOccurs="0"/>
                <xsd:element ref="ns4:MediaServiceObjectDetectorVersions" minOccurs="0"/>
                <xsd:element ref="ns4:MediaServiceSystemTags"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5f46ad-0135-4aab-bec4-bf173c0d708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23aae8-14e7-4a51-b197-dead1e593f59"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ServiceAutoTags" ma:index="14" nillable="true" ma:displayName="MediaServiceAutoTags" ma:description=""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Location" ma:index="18" nillable="true" ma:displayName="Location" ma:description="" ma:indexed="true"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3958DC6-5C23-4AE0-B6AA-A4452D5FB2AB}">
  <ds:schemaRefs>
    <ds:schemaRef ds:uri="e123aae8-14e7-4a51-b197-dead1e593f59"/>
    <ds:schemaRef ds:uri="http://www.w3.org/XML/1998/namespace"/>
    <ds:schemaRef ds:uri="http://purl.org/dc/terms/"/>
    <ds:schemaRef ds:uri="http://purl.org/dc/dcmitype/"/>
    <ds:schemaRef ds:uri="http://schemas.openxmlformats.org/package/2006/metadata/core-properties"/>
    <ds:schemaRef ds:uri="http://schemas.microsoft.com/office/2006/documentManagement/types"/>
    <ds:schemaRef ds:uri="http://schemas.microsoft.com/office/infopath/2007/PartnerControls"/>
    <ds:schemaRef ds:uri="115f46ad-0135-4aab-bec4-bf173c0d708b"/>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D9F54F7F-4D69-43F4-9C74-6D2292E048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5f46ad-0135-4aab-bec4-bf173c0d708b"/>
    <ds:schemaRef ds:uri="e123aae8-14e7-4a51-b197-dead1e593f5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CC0593A-7F70-4F4D-8531-3B3C40A63BD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HPE-PowerPoint-Light-Co-branded-R3</Template>
  <TotalTime>148</TotalTime>
  <Words>1429</Words>
  <Application>Microsoft Macintosh PowerPoint</Application>
  <PresentationFormat>Widescreen</PresentationFormat>
  <Paragraphs>117</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HPE Graphik Light</vt:lpstr>
      <vt:lpstr>HPE Graphik</vt:lpstr>
      <vt:lpstr>HPE Graphik Semibold</vt:lpstr>
      <vt:lpstr>HPE Light Theme</vt:lpstr>
      <vt:lpstr>PowerPoint Presentation</vt:lpstr>
      <vt:lpstr>Agenda</vt:lpstr>
      <vt:lpstr>PowerPoint Presentation</vt:lpstr>
      <vt:lpstr>Divider</vt:lpstr>
      <vt:lpstr>PowerPoint Presentation</vt:lpstr>
      <vt:lpstr>Thank You</vt:lpstr>
      <vt:lpstr>Legal guidelines for PowerPoint presentations</vt:lpstr>
      <vt:lpstr>Legal guidelines for PowerPoint presentations</vt:lpstr>
      <vt:lpstr>Disclosure statement</vt:lpstr>
      <vt:lpstr>Confidential disclosure agreement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Zudrak, Marcin</dc:creator>
  <cp:lastModifiedBy>Harms, Timothy</cp:lastModifiedBy>
  <cp:revision>14</cp:revision>
  <dcterms:created xsi:type="dcterms:W3CDTF">2025-09-04T15:08:23Z</dcterms:created>
  <dcterms:modified xsi:type="dcterms:W3CDTF">2025-09-19T10:28:54Z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0x010100BBC6F68666B2224DBD60E57DCD303CF2</vt:lpwstr>
  </property>
</Properties>
</file>